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80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37B77-9DF6-49F3-B046-1938D9DC11F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BA6AF-D4D1-4256-A53A-8687D3719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3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lgerian" panose="04020705040A02060702" pitchFamily="8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183" y="0"/>
            <a:ext cx="1114817" cy="11148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832589"/>
              </p:ext>
            </p:extLst>
          </p:nvPr>
        </p:nvGraphicFramePr>
        <p:xfrm>
          <a:off x="544507" y="314960"/>
          <a:ext cx="10364792" cy="6149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2396"/>
                <a:gridCol w="5182396"/>
              </a:tblGrid>
              <a:tr h="392568">
                <a:tc>
                  <a:txBody>
                    <a:bodyPr/>
                    <a:lstStyle/>
                    <a:p>
                      <a:r>
                        <a:rPr lang="en-US" dirty="0" smtClean="0"/>
                        <a:t>Lookup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Master</a:t>
                      </a:r>
                      <a:r>
                        <a:rPr lang="en-US" baseline="0" dirty="0" smtClean="0"/>
                        <a:t> detail</a:t>
                      </a:r>
                      <a:endParaRPr lang="en-US" dirty="0"/>
                    </a:p>
                  </a:txBody>
                  <a:tcPr/>
                </a:tc>
              </a:tr>
              <a:tr h="392568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Loosely coupled.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inherit"/>
                        </a:rPr>
                        <a:t>Strongly coupled.</a:t>
                      </a:r>
                    </a:p>
                  </a:txBody>
                  <a:tcPr marL="28575" marR="28575" marT="28575" marB="28575" anchor="ctr"/>
                </a:tc>
              </a:tr>
              <a:tr h="392568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Roll-up summary field cannot be created.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inherit"/>
                        </a:rPr>
                        <a:t>Roll-up summary field can be created.</a:t>
                      </a:r>
                    </a:p>
                  </a:txBody>
                  <a:tcPr marL="28575" marR="28575" marT="28575" marB="28575" anchor="ctr"/>
                </a:tc>
              </a:tr>
              <a:tr h="677584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Parent record is not required while creating a child record.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inherit"/>
                        </a:rPr>
                        <a:t>Parent record is always required in order to create a child record.</a:t>
                      </a:r>
                    </a:p>
                  </a:txBody>
                  <a:tcPr marL="28575" marR="28575" marT="28575" marB="28575" anchor="ctr"/>
                </a:tc>
              </a:tr>
              <a:tr h="641284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inherit"/>
                        </a:rPr>
                        <a:t>Lookup fields are not required on the page layout of the detail record.</a:t>
                      </a: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Master-detail field is always required on the page layout of the detail record.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/>
                </a:tc>
              </a:tr>
              <a:tr h="677584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 object record can be on the detail side of a custom object in a lookup relationship.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inherit"/>
                        </a:rPr>
                        <a:t>Standard object record cannot be a child.</a:t>
                      </a:r>
                    </a:p>
                  </a:txBody>
                  <a:tcPr marL="28575" marR="28575" marT="28575" marB="28575" anchor="ctr"/>
                </a:tc>
              </a:tr>
              <a:tr h="1512463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 default record ownership of child records is not controlled by the parent.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Parent controls the record ownership of child records. The owner field is not available on the detail record in master-detail relationship queues, sharing rules and manual sharing is not possible for detail records as it requires the owner field.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/>
                </a:tc>
              </a:tr>
              <a:tr h="392568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can have a child record without a parent.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inherit"/>
                        </a:rPr>
                        <a:t>You cannot have a child record without a parent.</a:t>
                      </a:r>
                    </a:p>
                  </a:txBody>
                  <a:tcPr marL="28575" marR="28575" marT="28575" marB="28575" anchor="ctr"/>
                </a:tc>
              </a:tr>
              <a:tr h="677584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can have a maximum of 40 lookups on an object.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can have a maximum of two master details on an object.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/>
                </a:tc>
              </a:tr>
              <a:tr h="392568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cascade delete.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cascade delete.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019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21</TotalTime>
  <Words>146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Algerian</vt:lpstr>
      <vt:lpstr>Arial</vt:lpstr>
      <vt:lpstr>Calibri</vt:lpstr>
      <vt:lpstr>inherit</vt:lpstr>
      <vt:lpstr>Times New Roman</vt:lpstr>
      <vt:lpstr>Trebuchet MS</vt:lpstr>
      <vt:lpstr>Tw Cen MT</vt:lpstr>
      <vt:lpstr>Circuit</vt:lpstr>
      <vt:lpstr>PowerPoint Presentation</vt:lpstr>
    </vt:vector>
  </TitlesOfParts>
  <Company>Bank of America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Khanna, Deepika</dc:creator>
  <cp:lastModifiedBy>Khanna, Deepika</cp:lastModifiedBy>
  <cp:revision>15</cp:revision>
  <dcterms:created xsi:type="dcterms:W3CDTF">2018-04-18T16:20:33Z</dcterms:created>
  <dcterms:modified xsi:type="dcterms:W3CDTF">2018-04-18T16:41:59Z</dcterms:modified>
</cp:coreProperties>
</file>