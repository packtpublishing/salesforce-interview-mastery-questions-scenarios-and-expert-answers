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Does user can create insert their own custom logo, while creating their own custom applications?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Yes user can upload their custom logo in documents and then they choose that logo for organization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 </a:t>
            </a:r>
            <a:r>
              <a:rPr lang="en-US" sz="2800" dirty="0" smtClean="0">
                <a:solidFill>
                  <a:schemeClr val="tx1"/>
                </a:solidFill>
              </a:rPr>
              <a:t>You can change the logo for customized </a:t>
            </a:r>
            <a:r>
              <a:rPr lang="en-US" sz="2800" dirty="0">
                <a:solidFill>
                  <a:schemeClr val="tx1"/>
                </a:solidFill>
              </a:rPr>
              <a:t>app 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only not for standard </a:t>
            </a:r>
            <a:r>
              <a:rPr lang="en-US" sz="2800" dirty="0" smtClean="0">
                <a:solidFill>
                  <a:schemeClr val="tx1"/>
                </a:solidFill>
              </a:rPr>
              <a:t>apps.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</a:rPr>
              <a:t>The size of the custom app logo should be less than 20KB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8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16</TotalTime>
  <Words>35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Algerian</vt:lpstr>
      <vt:lpstr>Arial</vt:lpstr>
      <vt:lpstr>Times New Roman</vt:lpstr>
      <vt:lpstr>Trebuchet MS</vt:lpstr>
      <vt:lpstr>Tw Cen MT</vt:lpstr>
      <vt:lpstr>Wingdings</vt:lpstr>
      <vt:lpstr>Circuit</vt:lpstr>
      <vt:lpstr>Does user can create insert their own custom logo, while creating their own custom applications?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10</cp:revision>
  <dcterms:created xsi:type="dcterms:W3CDTF">2018-04-18T16:20:33Z</dcterms:created>
  <dcterms:modified xsi:type="dcterms:W3CDTF">2018-04-18T16:36:49Z</dcterms:modified>
</cp:coreProperties>
</file>