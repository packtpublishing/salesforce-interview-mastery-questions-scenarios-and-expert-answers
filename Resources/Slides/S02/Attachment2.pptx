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4/18/2018</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077" y="95698"/>
            <a:ext cx="10018713" cy="795270"/>
          </a:xfrm>
        </p:spPr>
        <p:txBody>
          <a:bodyPr/>
          <a:lstStyle/>
          <a:p>
            <a:r>
              <a:rPr lang="en-US" b="1" i="1" dirty="0"/>
              <a:t> What is </a:t>
            </a:r>
            <a:r>
              <a:rPr lang="en-US" b="1" i="1" dirty="0" smtClean="0"/>
              <a:t>Master-Detail Relationship?</a:t>
            </a:r>
            <a:endParaRPr lang="en-US" dirty="0"/>
          </a:p>
        </p:txBody>
      </p:sp>
      <p:sp>
        <p:nvSpPr>
          <p:cNvPr id="3" name="Content Placeholder 2"/>
          <p:cNvSpPr>
            <a:spLocks noGrp="1"/>
          </p:cNvSpPr>
          <p:nvPr>
            <p:ph idx="1"/>
          </p:nvPr>
        </p:nvSpPr>
        <p:spPr>
          <a:xfrm>
            <a:off x="520700" y="723900"/>
            <a:ext cx="11172823" cy="5854700"/>
          </a:xfrm>
        </p:spPr>
        <p:txBody>
          <a:bodyPr>
            <a:noAutofit/>
          </a:bodyPr>
          <a:lstStyle/>
          <a:p>
            <a:pPr marL="0" indent="0" fontAlgn="base">
              <a:buNone/>
            </a:pPr>
            <a:endParaRPr lang="en-US" dirty="0" smtClean="0"/>
          </a:p>
          <a:p>
            <a:pPr marL="0" indent="0" fontAlgn="base">
              <a:buNone/>
            </a:pPr>
            <a:r>
              <a:rPr lang="en-US" dirty="0" smtClean="0">
                <a:solidFill>
                  <a:schemeClr val="bg1"/>
                </a:solidFill>
                <a:latin typeface="Times New Roman" panose="02020603050405020304" pitchFamily="18" charset="0"/>
                <a:cs typeface="Times New Roman" panose="02020603050405020304" pitchFamily="18" charset="0"/>
              </a:rPr>
              <a:t>Master </a:t>
            </a:r>
            <a:r>
              <a:rPr lang="en-US" dirty="0">
                <a:solidFill>
                  <a:schemeClr val="bg1"/>
                </a:solidFill>
                <a:latin typeface="Times New Roman" panose="02020603050405020304" pitchFamily="18" charset="0"/>
                <a:cs typeface="Times New Roman" panose="02020603050405020304" pitchFamily="18" charset="0"/>
              </a:rPr>
              <a:t>Detail relationship is the Parent child relationship. In which Master represents Parent and detail represents Child. If Parent is deleted then Child also gets deleted. Rollup summary fields can only be created on Master records which will calculate the SUM, AVG, MIN of the Child </a:t>
            </a:r>
            <a:r>
              <a:rPr lang="en-US">
                <a:solidFill>
                  <a:schemeClr val="bg1"/>
                </a:solidFill>
                <a:latin typeface="Times New Roman" panose="02020603050405020304" pitchFamily="18" charset="0"/>
                <a:cs typeface="Times New Roman" panose="02020603050405020304" pitchFamily="18" charset="0"/>
              </a:rPr>
              <a:t>records</a:t>
            </a:r>
            <a:r>
              <a:rPr lang="en-US" smtClean="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Ø"/>
            </a:pPr>
            <a:r>
              <a:rPr lang="en-US" dirty="0"/>
              <a:t>Up to 2 allowed to object.</a:t>
            </a:r>
          </a:p>
          <a:p>
            <a:pPr fontAlgn="base">
              <a:buFont typeface="Wingdings" panose="05000000000000000000" pitchFamily="2" charset="2"/>
              <a:buChar char="Ø"/>
            </a:pPr>
            <a:r>
              <a:rPr lang="en-US" dirty="0"/>
              <a:t>Parent field on child is required.</a:t>
            </a:r>
          </a:p>
          <a:p>
            <a:pPr fontAlgn="base">
              <a:buFont typeface="Wingdings" panose="05000000000000000000" pitchFamily="2" charset="2"/>
              <a:buChar char="Ø"/>
            </a:pPr>
            <a:r>
              <a:rPr lang="en-US" dirty="0"/>
              <a:t>Access to parent determines access to children.</a:t>
            </a:r>
          </a:p>
          <a:p>
            <a:pPr fontAlgn="base">
              <a:buFont typeface="Wingdings" panose="05000000000000000000" pitchFamily="2" charset="2"/>
              <a:buChar char="Ø"/>
            </a:pPr>
            <a:r>
              <a:rPr lang="en-US" dirty="0"/>
              <a:t>Deleting parent automatically deletes child.</a:t>
            </a:r>
          </a:p>
          <a:p>
            <a:pPr fontAlgn="base">
              <a:buFont typeface="Wingdings" panose="05000000000000000000" pitchFamily="2" charset="2"/>
              <a:buChar char="Ø"/>
            </a:pPr>
            <a:r>
              <a:rPr lang="en-US" dirty="0"/>
              <a:t>A child of one master detail relationship cannot be the parent of another.</a:t>
            </a:r>
          </a:p>
          <a:p>
            <a:pPr fontAlgn="base">
              <a:buFont typeface="Wingdings" panose="05000000000000000000" pitchFamily="2" charset="2"/>
              <a:buChar char="Ø"/>
            </a:pPr>
            <a:r>
              <a:rPr lang="en-US" dirty="0"/>
              <a:t>Lookup field on page layout is required.</a:t>
            </a:r>
          </a:p>
          <a:p>
            <a:endParaRPr lang="en-US" dirty="0"/>
          </a:p>
        </p:txBody>
      </p:sp>
    </p:spTree>
    <p:extLst>
      <p:ext uri="{BB962C8B-B14F-4D97-AF65-F5344CB8AC3E}">
        <p14:creationId xmlns:p14="http://schemas.microsoft.com/office/powerpoint/2010/main" val="243567260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TotalTime>
  <Words>103</Words>
  <Application>Microsoft Office PowerPoint</Application>
  <PresentationFormat>Widescreen</PresentationFormat>
  <Paragraphs>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Times New Roman</vt:lpstr>
      <vt:lpstr>Trebuchet MS</vt:lpstr>
      <vt:lpstr>Tw Cen MT</vt:lpstr>
      <vt:lpstr>Wingdings</vt:lpstr>
      <vt:lpstr>Circuit</vt:lpstr>
      <vt:lpstr> What is Master-Detail Relationship?</vt:lpstr>
    </vt:vector>
  </TitlesOfParts>
  <Company>Bank of America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Khanna, Deepika</dc:creator>
  <cp:lastModifiedBy>Khanna, Deepika</cp:lastModifiedBy>
  <cp:revision>2</cp:revision>
  <dcterms:created xsi:type="dcterms:W3CDTF">2018-04-18T16:20:33Z</dcterms:created>
  <dcterms:modified xsi:type="dcterms:W3CDTF">2018-04-18T16:22:55Z</dcterms:modified>
</cp:coreProperties>
</file>