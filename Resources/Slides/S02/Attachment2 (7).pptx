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37B77-9DF6-49F3-B046-1938D9DC11F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BA6AF-D4D1-4256-A53A-8687D3719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3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lgerian" panose="04020705040A02060702" pitchFamily="8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183" y="0"/>
            <a:ext cx="1114817" cy="11148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910" y="266700"/>
            <a:ext cx="10018713" cy="939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few points to remember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910" y="1206500"/>
            <a:ext cx="10018713" cy="50165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It </a:t>
            </a:r>
            <a:r>
              <a:rPr lang="en-US" dirty="0"/>
              <a:t>is not possible to change standard objects' and fields' API name.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We can add custom fields to standard and custom objects in Salesforce.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We can have a maximum of 40 lookup relationships on an object.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We can have a maximum of two master-detail relationships on an object.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When </a:t>
            </a:r>
            <a:r>
              <a:rPr lang="en-US" dirty="0"/>
              <a:t>we delete a custom object, it appears in the </a:t>
            </a:r>
            <a:r>
              <a:rPr lang="en-US" b="1" dirty="0"/>
              <a:t>Deleted Objects</a:t>
            </a:r>
            <a:r>
              <a:rPr lang="en-US" dirty="0"/>
              <a:t> list for 15 days, from where the system administrator can restore 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If </a:t>
            </a:r>
            <a:r>
              <a:rPr lang="en-US" dirty="0"/>
              <a:t>a custom object contains more than 100,000 records and you want to delete it, then first delete an appropriate number of records and then delete the object.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By default, Lightning Experience is now enabled for all standard profiles.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13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25</TotalTime>
  <Words>23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Algerian</vt:lpstr>
      <vt:lpstr>Arial</vt:lpstr>
      <vt:lpstr>Calibri</vt:lpstr>
      <vt:lpstr>Times New Roman</vt:lpstr>
      <vt:lpstr>Trebuchet MS</vt:lpstr>
      <vt:lpstr>Tw Cen MT</vt:lpstr>
      <vt:lpstr>Wingdings</vt:lpstr>
      <vt:lpstr>Circuit</vt:lpstr>
      <vt:lpstr>A few points to remember </vt:lpstr>
    </vt:vector>
  </TitlesOfParts>
  <Company>Bank of America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Khanna, Deepika</dc:creator>
  <cp:lastModifiedBy>Khanna, Deepika</cp:lastModifiedBy>
  <cp:revision>19</cp:revision>
  <dcterms:created xsi:type="dcterms:W3CDTF">2018-04-18T16:20:33Z</dcterms:created>
  <dcterms:modified xsi:type="dcterms:W3CDTF">2018-04-18T16:45:46Z</dcterms:modified>
</cp:coreProperties>
</file>