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1" y="167084"/>
            <a:ext cx="10018713" cy="1079500"/>
          </a:xfrm>
        </p:spPr>
        <p:txBody>
          <a:bodyPr/>
          <a:lstStyle/>
          <a:p>
            <a:r>
              <a:rPr lang="en-US" b="1" dirty="0"/>
              <a:t>What is the Rollup Summary?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210" y="1246584"/>
            <a:ext cx="10987090" cy="12120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read-only field that displays the sum, minimum, or maximum value of a field in a related list or the record count of all records listed in a related list.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492" y="2233612"/>
            <a:ext cx="53911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0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</TotalTime>
  <Words>39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Algerian</vt:lpstr>
      <vt:lpstr>Arial</vt:lpstr>
      <vt:lpstr>Calibri</vt:lpstr>
      <vt:lpstr>Times New Roman</vt:lpstr>
      <vt:lpstr>Trebuchet MS</vt:lpstr>
      <vt:lpstr>Tw Cen MT</vt:lpstr>
      <vt:lpstr>Wingdings</vt:lpstr>
      <vt:lpstr>Circuit</vt:lpstr>
      <vt:lpstr>What is the Rollup Summary?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17</cp:revision>
  <dcterms:created xsi:type="dcterms:W3CDTF">2018-04-18T16:20:33Z</dcterms:created>
  <dcterms:modified xsi:type="dcterms:W3CDTF">2018-04-18T16:43:14Z</dcterms:modified>
</cp:coreProperties>
</file>