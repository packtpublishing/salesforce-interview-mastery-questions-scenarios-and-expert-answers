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54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lgerian" panose="04020705040A02060702" pitchFamily="82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7183" y="0"/>
            <a:ext cx="1114817" cy="11148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654" y="219478"/>
            <a:ext cx="10018714" cy="218082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 custom object contains some records, now my requirement is to create field in this object with master detail relationship. Can we create master detail relationship in this case?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6012" y="2643187"/>
            <a:ext cx="9905999" cy="354171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dirty="0">
                <a:solidFill>
                  <a:schemeClr val="tx1"/>
                </a:solidFill>
              </a:rPr>
              <a:t>No, directly we cannot create master details relationship if custom object contains existing records.</a:t>
            </a:r>
          </a:p>
          <a:p>
            <a:pPr marL="0" indent="0" fontAlgn="base">
              <a:buNone/>
            </a:pPr>
            <a:r>
              <a:rPr lang="en-US" dirty="0" smtClean="0">
                <a:solidFill>
                  <a:schemeClr val="tx1"/>
                </a:solidFill>
              </a:rPr>
              <a:t>Steps to follow:</a:t>
            </a:r>
            <a:endParaRPr lang="en-US" dirty="0">
              <a:solidFill>
                <a:schemeClr val="tx1"/>
              </a:solidFill>
            </a:endParaRP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First create field with lookup relationship.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And then associate look field with parent record for every record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Next change the data type of the field from look up to Master detail.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413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14</TotalTime>
  <Words>85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Algerian</vt:lpstr>
      <vt:lpstr>Arial</vt:lpstr>
      <vt:lpstr>Times New Roman</vt:lpstr>
      <vt:lpstr>Trebuchet MS</vt:lpstr>
      <vt:lpstr>Tw Cen MT</vt:lpstr>
      <vt:lpstr>Wingdings</vt:lpstr>
      <vt:lpstr>Circuit</vt:lpstr>
      <vt:lpstr>A custom object contains some records, now my requirement is to create field in this object with master detail relationship. Can we create master detail relationship in this case?</vt:lpstr>
    </vt:vector>
  </TitlesOfParts>
  <Company>Bank of America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Khanna, Deepika</dc:creator>
  <cp:lastModifiedBy>Khanna, Deepika</cp:lastModifiedBy>
  <cp:revision>7</cp:revision>
  <dcterms:created xsi:type="dcterms:W3CDTF">2018-04-18T16:20:33Z</dcterms:created>
  <dcterms:modified xsi:type="dcterms:W3CDTF">2018-04-18T16:35:17Z</dcterms:modified>
</cp:coreProperties>
</file>