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0" r:id="rId2"/>
    <p:sldId id="261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80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37B77-9DF6-49F3-B046-1938D9DC11F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BA6AF-D4D1-4256-A53A-8687D3719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3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lgerian" panose="04020705040A02060702" pitchFamily="8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183" y="0"/>
            <a:ext cx="1114817" cy="11148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71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2710" y="-106249"/>
            <a:ext cx="10018713" cy="1052848"/>
          </a:xfrm>
        </p:spPr>
        <p:txBody>
          <a:bodyPr/>
          <a:lstStyle/>
          <a:p>
            <a:r>
              <a:rPr lang="en-US" b="1" dirty="0"/>
              <a:t>What is a “Lookup Relationship”?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2710" y="1143001"/>
            <a:ext cx="10263190" cy="5143500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Lookup </a:t>
            </a:r>
            <a:r>
              <a:rPr lang="en-US" dirty="0"/>
              <a:t>relationships are used when you want to create a link between two objects, but without the dependency on the parent object</a:t>
            </a:r>
            <a:r>
              <a:rPr lang="en-US" dirty="0" smtClean="0"/>
              <a:t>.</a:t>
            </a:r>
            <a:endParaRPr lang="en-US" dirty="0"/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 smtClean="0"/>
              <a:t>Up </a:t>
            </a:r>
            <a:r>
              <a:rPr lang="en-US" dirty="0" smtClean="0"/>
              <a:t>to 40 allowed </a:t>
            </a:r>
            <a:r>
              <a:rPr lang="en-US" dirty="0"/>
              <a:t>for </a:t>
            </a:r>
            <a:r>
              <a:rPr lang="en-US" dirty="0" smtClean="0"/>
              <a:t>object after summer 16 release.</a:t>
            </a:r>
            <a:endParaRPr lang="en-US" dirty="0"/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 smtClean="0"/>
              <a:t>No </a:t>
            </a:r>
            <a:r>
              <a:rPr lang="en-US" dirty="0"/>
              <a:t>impact on deletion.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 smtClean="0"/>
              <a:t>Lookup </a:t>
            </a:r>
            <a:r>
              <a:rPr lang="en-US" dirty="0"/>
              <a:t>field is not </a:t>
            </a:r>
            <a:r>
              <a:rPr lang="en-US" dirty="0" smtClean="0"/>
              <a:t>required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You can have a Total of 40 Relationship fields with a Maximum of 2 Master Detail Relationships.</a:t>
            </a:r>
            <a:br>
              <a:rPr lang="en-US" dirty="0"/>
            </a:br>
            <a:r>
              <a:rPr lang="en-US" dirty="0"/>
              <a:t>So you can have all 40 as Lookup Relationship fields,</a:t>
            </a:r>
            <a:br>
              <a:rPr lang="en-US" dirty="0"/>
            </a:br>
            <a:r>
              <a:rPr lang="en-US" dirty="0"/>
              <a:t>38 Lookup and 2 MD</a:t>
            </a:r>
            <a:br>
              <a:rPr lang="en-US" dirty="0"/>
            </a:br>
            <a:r>
              <a:rPr lang="en-US" dirty="0"/>
              <a:t>39 Lookup and 1 MD relationship fields on an object</a:t>
            </a:r>
          </a:p>
          <a:p>
            <a:pPr fontAlgn="base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02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18</TotalTime>
  <Words>70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Algerian</vt:lpstr>
      <vt:lpstr>Arial</vt:lpstr>
      <vt:lpstr>Calibri</vt:lpstr>
      <vt:lpstr>Times New Roman</vt:lpstr>
      <vt:lpstr>Trebuchet MS</vt:lpstr>
      <vt:lpstr>Tw Cen MT</vt:lpstr>
      <vt:lpstr>Wingdings</vt:lpstr>
      <vt:lpstr>Circuit</vt:lpstr>
      <vt:lpstr>PowerPoint Presentation</vt:lpstr>
      <vt:lpstr>What is a “Lookup Relationship”?</vt:lpstr>
    </vt:vector>
  </TitlesOfParts>
  <Company>Bank of America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Khanna, Deepika</dc:creator>
  <cp:lastModifiedBy>Khanna, Deepika</cp:lastModifiedBy>
  <cp:revision>13</cp:revision>
  <dcterms:created xsi:type="dcterms:W3CDTF">2018-04-18T16:20:33Z</dcterms:created>
  <dcterms:modified xsi:type="dcterms:W3CDTF">2018-04-18T16:39:15Z</dcterms:modified>
</cp:coreProperties>
</file>