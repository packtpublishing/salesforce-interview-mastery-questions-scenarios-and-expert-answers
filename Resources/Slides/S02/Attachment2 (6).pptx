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54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808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37B77-9DF6-49F3-B046-1938D9DC11FF}" type="datetimeFigureOut">
              <a:rPr lang="en-US" smtClean="0"/>
              <a:t>4/18/2018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8BA6AF-D4D1-4256-A53A-8687D3719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739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lgerian" panose="04020705040A02060702" pitchFamily="82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7183" y="0"/>
            <a:ext cx="1114817" cy="11148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11" y="0"/>
            <a:ext cx="10018713" cy="1574802"/>
          </a:xfrm>
        </p:spPr>
        <p:txBody>
          <a:bodyPr/>
          <a:lstStyle/>
          <a:p>
            <a:r>
              <a:rPr lang="en-US" b="1" dirty="0" smtClean="0"/>
              <a:t>What is Many to many relationship and how to create one?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7711" y="1574802"/>
            <a:ext cx="6859590" cy="45466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US" sz="2500" dirty="0" smtClean="0"/>
          </a:p>
          <a:p>
            <a:pPr marL="0" indent="0">
              <a:buNone/>
            </a:pPr>
            <a:r>
              <a:rPr lang="en-US" sz="3600" dirty="0" smtClean="0"/>
              <a:t>The </a:t>
            </a:r>
            <a:r>
              <a:rPr lang="en-US" sz="3600" dirty="0"/>
              <a:t>many-to-many relationship in Salesforce allows us to link a child record to multiple parents. </a:t>
            </a:r>
            <a:endParaRPr lang="en-US" sz="3600" dirty="0" smtClean="0"/>
          </a:p>
          <a:p>
            <a:pPr marL="0" indent="0">
              <a:buNone/>
            </a:pPr>
            <a:r>
              <a:rPr lang="en-US" sz="3600" dirty="0" smtClean="0"/>
              <a:t>If </a:t>
            </a:r>
            <a:r>
              <a:rPr lang="en-US" sz="3600" dirty="0"/>
              <a:t>you have two objects, called </a:t>
            </a:r>
            <a:r>
              <a:rPr lang="en-US" sz="3600" b="1" dirty="0"/>
              <a:t>Case</a:t>
            </a:r>
            <a:r>
              <a:rPr lang="en-US" sz="3600" dirty="0"/>
              <a:t> and </a:t>
            </a:r>
            <a:r>
              <a:rPr lang="en-US" sz="3600" b="1" dirty="0"/>
              <a:t>Article</a:t>
            </a:r>
            <a:r>
              <a:rPr lang="en-US" sz="3600" dirty="0"/>
              <a:t>, and you want to relate these two objects in such a manner that one case can have multiple articles and one article is linked to many cases, then we have to use the many-to-many relationship. </a:t>
            </a:r>
            <a:endParaRPr lang="en-US" sz="3600" dirty="0" smtClean="0"/>
          </a:p>
          <a:p>
            <a:pPr marL="0" indent="0">
              <a:buNone/>
            </a:pPr>
            <a:r>
              <a:rPr lang="en-US" sz="3600" dirty="0" smtClean="0"/>
              <a:t>The </a:t>
            </a:r>
            <a:r>
              <a:rPr lang="en-US" sz="3600" dirty="0"/>
              <a:t>many-to-many relationship is made with the help of a junction object</a:t>
            </a:r>
            <a:r>
              <a:rPr lang="en-US" sz="3600" dirty="0" smtClean="0"/>
              <a:t>.</a:t>
            </a:r>
          </a:p>
          <a:p>
            <a:pPr marL="0" indent="0">
              <a:buNone/>
            </a:pPr>
            <a:r>
              <a:rPr lang="en-US" sz="3600" dirty="0" smtClean="0"/>
              <a:t> </a:t>
            </a:r>
            <a:r>
              <a:rPr lang="en-US" sz="3600" dirty="0"/>
              <a:t>In this case, we can create the third object, let's say, </a:t>
            </a:r>
            <a:r>
              <a:rPr lang="en-US" sz="3600" b="1" dirty="0"/>
              <a:t>Solution</a:t>
            </a:r>
            <a:r>
              <a:rPr lang="en-US" sz="3600" dirty="0"/>
              <a:t> with two master-detail relationships with </a:t>
            </a:r>
            <a:r>
              <a:rPr lang="en-US" sz="3600" b="1" dirty="0"/>
              <a:t>Solution - Case</a:t>
            </a:r>
            <a:r>
              <a:rPr lang="en-US" sz="3600" dirty="0"/>
              <a:t> and </a:t>
            </a:r>
            <a:r>
              <a:rPr lang="en-US" sz="3600" b="1" dirty="0"/>
              <a:t>Solution - Article</a:t>
            </a:r>
            <a:r>
              <a:rPr lang="en-US" sz="3600" dirty="0" smtClean="0"/>
              <a:t>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 descr="Many-to-many relationshi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4348" y="1797050"/>
            <a:ext cx="3800475" cy="219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8999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23</TotalTime>
  <Words>28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Algerian</vt:lpstr>
      <vt:lpstr>Arial</vt:lpstr>
      <vt:lpstr>Calibri</vt:lpstr>
      <vt:lpstr>Times New Roman</vt:lpstr>
      <vt:lpstr>Trebuchet MS</vt:lpstr>
      <vt:lpstr>Tw Cen MT</vt:lpstr>
      <vt:lpstr>Circuit</vt:lpstr>
      <vt:lpstr>What is Many to many relationship and how to create one?</vt:lpstr>
    </vt:vector>
  </TitlesOfParts>
  <Company>Bank of America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Khanna, Deepika</dc:creator>
  <cp:lastModifiedBy>Khanna, Deepika</cp:lastModifiedBy>
  <cp:revision>18</cp:revision>
  <dcterms:created xsi:type="dcterms:W3CDTF">2018-04-18T16:20:33Z</dcterms:created>
  <dcterms:modified xsi:type="dcterms:W3CDTF">2018-04-18T16:44:31Z</dcterms:modified>
</cp:coreProperties>
</file>