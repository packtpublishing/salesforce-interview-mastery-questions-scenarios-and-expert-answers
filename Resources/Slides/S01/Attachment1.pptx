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76" d="100"/>
          <a:sy n="76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911" y="254001"/>
            <a:ext cx="10018713" cy="774700"/>
          </a:xfrm>
        </p:spPr>
        <p:txBody>
          <a:bodyPr>
            <a:noAutofit/>
          </a:bodyPr>
          <a:lstStyle/>
          <a:p>
            <a:r>
              <a:rPr lang="en-US" sz="5400" b="1" i="1" dirty="0"/>
              <a:t>What is object in Sales force?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969" y="1824831"/>
            <a:ext cx="4949032" cy="378856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Custom objects are database </a:t>
            </a:r>
            <a:r>
              <a:rPr lang="en-US" sz="2800" dirty="0" smtClean="0"/>
              <a:t>tables that </a:t>
            </a:r>
            <a:r>
              <a:rPr lang="en-US" sz="2800" dirty="0"/>
              <a:t>allow you to store data specific to your organization in salesforce.com</a:t>
            </a:r>
            <a:r>
              <a:rPr lang="en-US" sz="28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 </a:t>
            </a:r>
            <a:r>
              <a:rPr lang="en-US" sz="2800" dirty="0"/>
              <a:t>You can use custom objects to extend salesforce.com functionality or to build new application functionality.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267" y="12239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7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42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Trebuchet MS</vt:lpstr>
      <vt:lpstr>Tw Cen MT</vt:lpstr>
      <vt:lpstr>Wingdings</vt:lpstr>
      <vt:lpstr>Circuit</vt:lpstr>
      <vt:lpstr>What is object in Sales force?</vt:lpstr>
    </vt:vector>
  </TitlesOfParts>
  <Company>Bank of America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Khanna, Deepika</dc:creator>
  <cp:lastModifiedBy>Khanna, Deepika</cp:lastModifiedBy>
  <cp:revision>2</cp:revision>
  <dcterms:created xsi:type="dcterms:W3CDTF">2018-04-18T16:19:18Z</dcterms:created>
  <dcterms:modified xsi:type="dcterms:W3CDTF">2018-04-18T16:19:53Z</dcterms:modified>
</cp:coreProperties>
</file>