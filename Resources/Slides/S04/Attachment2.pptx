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956257"/>
            <a:ext cx="10018713" cy="705118"/>
          </a:xfrm>
        </p:spPr>
        <p:txBody>
          <a:bodyPr/>
          <a:lstStyle/>
          <a:p>
            <a:r>
              <a:rPr lang="en-US" b="1" i="1" dirty="0"/>
              <a:t>What are the different types of controllers?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33341"/>
            <a:ext cx="10018713" cy="465785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three types of controllers. They are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controller.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controller.</a:t>
            </a:r>
          </a:p>
          <a:p>
            <a:pPr fontAlgn="base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extension.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2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123" y="724437"/>
            <a:ext cx="10018713" cy="653603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What are the different types of controllers?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853" y="2021985"/>
            <a:ext cx="10018713" cy="4709374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definition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Visual force controller us a set of instructions that specify what happens when a user interacts with the components specified in associated Visualforce markup, such as when a user clicks a button or a link.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also provide access to the data that should be displayed in a page, and can modify component behavior.</a:t>
            </a:r>
          </a:p>
          <a:p>
            <a:pPr marL="0" indent="0" fontAlgn="base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standard controller consists of the same functionality and logic that is used for a standard Salesforce page. For example, if we use the standard accounts controller, clicking a Save button in a Visualforce page result in the same behavior as clicking Save on a standard Account edit page.</a:t>
            </a:r>
          </a:p>
          <a:p>
            <a:pPr marL="0" indent="0" fontAlgn="base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Controller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custom controller is a class written in Apex that implements all of a page logic.</a:t>
            </a:r>
          </a:p>
          <a:p>
            <a:pPr mar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custom controller, we can define new navigation elements or behaviors, but we must also reimplement any functionality that was already provided in a standard controller.</a:t>
            </a:r>
          </a:p>
          <a:p>
            <a:pPr marL="0" indent="0" fontAlgn="base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Extensions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controller extensions is a class written in Apex that adds to or overrides behavior in a standard or custom controller. Extensions allow us to leverage that functionality of another controller while adding our own custom logic.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12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003" y="763074"/>
            <a:ext cx="10018713" cy="1297546"/>
          </a:xfrm>
        </p:spPr>
        <p:txBody>
          <a:bodyPr>
            <a:normAutofit fontScale="90000"/>
          </a:bodyPr>
          <a:lstStyle/>
          <a:p>
            <a:r>
              <a:rPr lang="en-US" b="1" i="1" dirty="0" smtClean="0"/>
              <a:t/>
            </a:r>
            <a:br>
              <a:rPr lang="en-US" b="1" i="1" dirty="0" smtClean="0"/>
            </a:br>
            <a:r>
              <a:rPr lang="en-US" b="1" i="1" dirty="0" smtClean="0"/>
              <a:t>What </a:t>
            </a:r>
            <a:r>
              <a:rPr lang="en-US" b="1" i="1" dirty="0"/>
              <a:t>is the difference between a standard controller and a custom controller?</a:t>
            </a:r>
            <a:r>
              <a:rPr lang="en-US" i="1" dirty="0"/>
              <a:t/>
            </a:r>
            <a:br>
              <a:rPr lang="en-US" i="1" dirty="0"/>
            </a:b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777285"/>
            <a:ext cx="10018713" cy="4013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controller in Apex, inherits all the standard object properties and standard button functionality directly. It contains the same functionality and logic that are used for standard Salesforce pages.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controller is an Apex class that implements all of the logic for a page without leveraging a standard controller. Custom Controllers are associated with Visualforce pages through the controller attribute.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99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41</TotalTime>
  <Words>310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Century Gothic</vt:lpstr>
      <vt:lpstr>Times New Roman</vt:lpstr>
      <vt:lpstr>Wingdings</vt:lpstr>
      <vt:lpstr>Wingdings 2</vt:lpstr>
      <vt:lpstr>Quotable</vt:lpstr>
      <vt:lpstr>What are the different types of controllers?</vt:lpstr>
      <vt:lpstr>What are the different types of controllers?</vt:lpstr>
      <vt:lpstr> What is the difference between a standard controller and a custom controller?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18</cp:revision>
  <dcterms:created xsi:type="dcterms:W3CDTF">2018-04-29T17:12:04Z</dcterms:created>
  <dcterms:modified xsi:type="dcterms:W3CDTF">2018-04-29T17:53:32Z</dcterms:modified>
</cp:coreProperties>
</file>