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035" y="840346"/>
            <a:ext cx="10018713" cy="1194515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How can we implement pagination in Visualforce?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035" y="1700013"/>
            <a:ext cx="10018713" cy="4142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the number of records displayed on each page, we use pagination. By default, a list controller returns 20 records on the page.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 it, we can use a controller extension to set the 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a look at the sample code below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812" y="3919476"/>
            <a:ext cx="7655954" cy="27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03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50</TotalTime>
  <Words>49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How can we implement pagination in Visualforce?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20</cp:revision>
  <dcterms:created xsi:type="dcterms:W3CDTF">2018-04-29T17:12:04Z</dcterms:created>
  <dcterms:modified xsi:type="dcterms:W3CDTF">2018-04-29T18:02:07Z</dcterms:modified>
</cp:coreProperties>
</file>