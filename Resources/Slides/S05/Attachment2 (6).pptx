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5100" y="370673"/>
            <a:ext cx="8610600" cy="937427"/>
          </a:xfrm>
        </p:spPr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What is stateless and </a:t>
            </a:r>
            <a:r>
              <a:rPr lang="en-US" b="1" dirty="0" err="1">
                <a:latin typeface="Algerian" panose="04020705040A02060702" pitchFamily="82" charset="0"/>
              </a:rPr>
              <a:t>statefull</a:t>
            </a:r>
            <a:r>
              <a:rPr lang="en-US" b="1" dirty="0">
                <a:latin typeface="Algerian" panose="04020705040A02060702" pitchFamily="82" charset="0"/>
              </a:rPr>
              <a:t> in Batch apex?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29824"/>
            <a:ext cx="10820400" cy="43009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Apex is stateless by default. That means for each execution of your execute method, you receive a fresh copy of your object.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fields of the class are initialized, static and instance. If your batch process needs information that is shared across transactions, one approach is to make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Batch Apex class itself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implementing the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instructs Force.com to preserve the values of your static and instance variables between transactions.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9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84</TotalTime>
  <Words>92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Century Gothic</vt:lpstr>
      <vt:lpstr>Times New Roman</vt:lpstr>
      <vt:lpstr>Wingdings 2</vt:lpstr>
      <vt:lpstr>Quotable</vt:lpstr>
      <vt:lpstr>What is stateless and statefull in Batch apex?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32</cp:revision>
  <dcterms:created xsi:type="dcterms:W3CDTF">2018-04-29T17:12:04Z</dcterms:created>
  <dcterms:modified xsi:type="dcterms:W3CDTF">2018-04-29T18:36:48Z</dcterms:modified>
</cp:coreProperties>
</file>