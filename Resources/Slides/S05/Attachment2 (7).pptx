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What is the difference between "</a:t>
            </a:r>
            <a:r>
              <a:rPr lang="en-US" b="1" dirty="0" err="1">
                <a:latin typeface="Algerian" panose="04020705040A02060702" pitchFamily="82" charset="0"/>
              </a:rPr>
              <a:t>Trigger.New</a:t>
            </a:r>
            <a:r>
              <a:rPr lang="en-US" b="1" dirty="0">
                <a:latin typeface="Algerian" panose="04020705040A02060702" pitchFamily="82" charset="0"/>
              </a:rPr>
              <a:t>" and "</a:t>
            </a:r>
            <a:r>
              <a:rPr lang="en-US" b="1" dirty="0" err="1">
                <a:latin typeface="Algerian" panose="04020705040A02060702" pitchFamily="82" charset="0"/>
              </a:rPr>
              <a:t>Trigger.old</a:t>
            </a:r>
            <a:r>
              <a:rPr lang="en-US" b="1" dirty="0">
                <a:latin typeface="Algerian" panose="04020705040A02060702" pitchFamily="82" charset="0"/>
              </a:rPr>
              <a:t>"?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287" y="2363955"/>
            <a:ext cx="10554574" cy="363651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 err="1"/>
              <a:t>Trigger.new</a:t>
            </a:r>
            <a:r>
              <a:rPr lang="en-US" sz="2800" b="1" dirty="0"/>
              <a:t> : </a:t>
            </a:r>
            <a:r>
              <a:rPr lang="en-US" sz="2800" dirty="0"/>
              <a:t>Returns a list of the new versions of the </a:t>
            </a:r>
            <a:r>
              <a:rPr lang="en-US" sz="2800" dirty="0" err="1"/>
              <a:t>sObject</a:t>
            </a:r>
            <a:r>
              <a:rPr lang="en-US" sz="2800" dirty="0"/>
              <a:t> records. Note that this </a:t>
            </a:r>
            <a:r>
              <a:rPr lang="en-US" sz="2800" dirty="0" err="1"/>
              <a:t>sObject</a:t>
            </a:r>
            <a:r>
              <a:rPr lang="en-US" sz="2800" dirty="0"/>
              <a:t> list is only available in </a:t>
            </a:r>
            <a:r>
              <a:rPr lang="en-US" sz="2800" b="1" dirty="0"/>
              <a:t>insert and update </a:t>
            </a:r>
            <a:r>
              <a:rPr lang="en-US" sz="2800" dirty="0"/>
              <a:t>triggers, and the records can only be modified in before triggers.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err="1"/>
              <a:t>Trigger.old</a:t>
            </a:r>
            <a:r>
              <a:rPr lang="en-US" sz="2800" b="1" dirty="0"/>
              <a:t> : </a:t>
            </a:r>
            <a:r>
              <a:rPr lang="en-US" sz="2800" dirty="0"/>
              <a:t>Returns a list of the old versions of the </a:t>
            </a:r>
            <a:r>
              <a:rPr lang="en-US" sz="2800" dirty="0" err="1"/>
              <a:t>sObject</a:t>
            </a:r>
            <a:r>
              <a:rPr lang="en-US" sz="2800" dirty="0"/>
              <a:t> records. Note that this </a:t>
            </a:r>
            <a:r>
              <a:rPr lang="en-US" sz="2800" dirty="0" err="1"/>
              <a:t>sObject</a:t>
            </a:r>
            <a:r>
              <a:rPr lang="en-US" sz="2800" dirty="0"/>
              <a:t> list is only available in </a:t>
            </a:r>
            <a:r>
              <a:rPr lang="en-US" sz="2800" b="1" dirty="0"/>
              <a:t>update and delete </a:t>
            </a:r>
            <a:r>
              <a:rPr lang="en-US" sz="2800" dirty="0"/>
              <a:t>triggers.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20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86</TotalTime>
  <Words>14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Century Gothic</vt:lpstr>
      <vt:lpstr>Wingdings</vt:lpstr>
      <vt:lpstr>Wingdings 2</vt:lpstr>
      <vt:lpstr>Quotable</vt:lpstr>
      <vt:lpstr>What is the difference between "Trigger.New" and "Trigger.old"?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33</cp:revision>
  <dcterms:created xsi:type="dcterms:W3CDTF">2018-04-29T17:12:04Z</dcterms:created>
  <dcterms:modified xsi:type="dcterms:W3CDTF">2018-04-29T18:38:04Z</dcterms:modified>
</cp:coreProperties>
</file>