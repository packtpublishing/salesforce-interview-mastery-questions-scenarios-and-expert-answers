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183" y="782039"/>
            <a:ext cx="10571998" cy="970450"/>
          </a:xfrm>
        </p:spPr>
        <p:txBody>
          <a:bodyPr/>
          <a:lstStyle/>
          <a:p>
            <a:r>
              <a:rPr lang="en-US" b="1" i="1" dirty="0"/>
              <a:t>What is an </a:t>
            </a:r>
            <a:r>
              <a:rPr lang="en-US" b="1" i="1" dirty="0" err="1"/>
              <a:t>sObject</a:t>
            </a:r>
            <a:r>
              <a:rPr lang="en-US" b="1" i="1" dirty="0"/>
              <a:t> type?</a:t>
            </a:r>
            <a:r>
              <a:rPr lang="en-US" i="1" dirty="0"/>
              <a:t/>
            </a:r>
            <a:br>
              <a:rPr lang="en-US" i="1" dirty="0"/>
            </a:b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any object that can be stored in the Force.com platform database. Apex allows the use of generic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 type to represent any object.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Vehicle is a generic type and Car, Motor Bike all are concrete types of Vehicle.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SFDC,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generic and Account, Opportunity,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CustomObject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__c are its concrete type.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496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52</TotalTime>
  <Words>55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Century Gothic</vt:lpstr>
      <vt:lpstr>Times New Roman</vt:lpstr>
      <vt:lpstr>Wingdings 2</vt:lpstr>
      <vt:lpstr>Quotable</vt:lpstr>
      <vt:lpstr>What is an sObject type?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21</cp:revision>
  <dcterms:created xsi:type="dcterms:W3CDTF">2018-04-29T17:12:04Z</dcterms:created>
  <dcterms:modified xsi:type="dcterms:W3CDTF">2018-04-29T18:04:40Z</dcterms:modified>
</cp:coreProperties>
</file>