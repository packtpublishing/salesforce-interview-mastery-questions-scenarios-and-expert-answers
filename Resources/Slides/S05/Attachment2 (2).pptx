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7" r:id="rId2"/>
    <p:sldId id="268" r:id="rId3"/>
    <p:sldId id="26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55" y="422546"/>
            <a:ext cx="8610600" cy="861227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SOSL queries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012" y="2036315"/>
            <a:ext cx="10820400" cy="482168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Salesforce Object Search Language (SOSL) is a Salesforce search language that is used to perform text searches in records.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SOSL to search fields across multiple standard and custom object records in Salesforce.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{SFDC} IN ALL FIELDS RETURNING Account(Name), Contact(</a:t>
            </a:r>
            <a:r>
              <a:rPr lang="en-US" sz="36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FirstName,LastName</a:t>
            </a:r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950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849" y="0"/>
            <a:ext cx="8610600" cy="1039027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SOQL queries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284" y="2452709"/>
            <a:ext cx="10820400" cy="47962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Salesforce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Salesforce Object Query Language, or SOQL that you can use to read saved records.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SOQL is similar to the standard SQL language but is customized for the Lightning Platform.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Apex has direct access to Salesforce records that are stored in the database, you can embed SOQL queries in your Apex code and get results in a straightforward fashion.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SOQL is embedded in Apex, it is referred to as 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 SOQL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Name,Phone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Account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410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44" y="875096"/>
            <a:ext cx="8610600" cy="1039027"/>
          </a:xfrm>
        </p:spPr>
        <p:txBody>
          <a:bodyPr>
            <a:no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/>
            </a:r>
            <a:br>
              <a:rPr lang="en-US" b="1" dirty="0">
                <a:latin typeface="Algerian" panose="04020705040A02060702" pitchFamily="82" charset="0"/>
              </a:rPr>
            </a:br>
            <a:r>
              <a:rPr lang="en-US" b="1" dirty="0">
                <a:latin typeface="Algerian" panose="04020705040A02060702" pitchFamily="82" charset="0"/>
              </a:rPr>
              <a:t>What is the difference between SOQL and SOSL?</a:t>
            </a:r>
            <a:br>
              <a:rPr lang="en-US" b="1" dirty="0">
                <a:latin typeface="Algerian" panose="04020705040A02060702" pitchFamily="82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782476"/>
              </p:ext>
            </p:extLst>
          </p:nvPr>
        </p:nvGraphicFramePr>
        <p:xfrm>
          <a:off x="376707" y="2492061"/>
          <a:ext cx="10820400" cy="412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0"/>
                <a:gridCol w="5410200"/>
              </a:tblGrid>
              <a:tr h="959048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SOQL (Salesforce Object Query Language)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SOSL (Salesforce Object Search Language)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552351"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one object can be searched at a time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objects can be searched at a time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552351"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query any type of field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query only on email, text or phone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552351"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used in classes and triggers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used in classes, but not triggers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959048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DML Operation can be performed on query results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DML Operation cannot be performed on search results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552351"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records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fields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17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56</TotalTime>
  <Words>215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Algerian</vt:lpstr>
      <vt:lpstr>Century Gothic</vt:lpstr>
      <vt:lpstr>Times New Roman</vt:lpstr>
      <vt:lpstr>Wingdings</vt:lpstr>
      <vt:lpstr>Wingdings 2</vt:lpstr>
      <vt:lpstr>Quotable</vt:lpstr>
      <vt:lpstr>SOSL queries</vt:lpstr>
      <vt:lpstr>SOQL queries</vt:lpstr>
      <vt:lpstr> What is the difference between SOQL and SOSL?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23</cp:revision>
  <dcterms:created xsi:type="dcterms:W3CDTF">2018-04-29T17:12:04Z</dcterms:created>
  <dcterms:modified xsi:type="dcterms:W3CDTF">2018-04-29T18:08:54Z</dcterms:modified>
</cp:coreProperties>
</file>