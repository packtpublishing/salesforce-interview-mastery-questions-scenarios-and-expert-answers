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lesforce.com/us/developer/docs/apexcode/Content/apex_batch_interface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20" y="188580"/>
            <a:ext cx="8610600" cy="1293028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How you get more than 50,000 records in trigger?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64" y="2276519"/>
            <a:ext cx="10820400" cy="41739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look at using Batch Apex to accomplish your goals.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cannot retrieve more than 50,000 records your SOQL calls in a single context because it will hit the governor limits.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with  Batch Apex your logic will be processed in chunks of anywhere from 1 to 200 records in a batch.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You'd need to modify your business logic to take the batching into account if necessary.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http://www.salesforce.com/us/developer/docs/apexcode/Content/apex_batch_interface.htm</a:t>
            </a:r>
            <a:endPara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1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82</TotalTime>
  <Words>47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Century Gothic</vt:lpstr>
      <vt:lpstr>Times New Roman</vt:lpstr>
      <vt:lpstr>Wingdings 2</vt:lpstr>
      <vt:lpstr>Quotable</vt:lpstr>
      <vt:lpstr>How you get more than 50,000 records in trigger?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31</cp:revision>
  <dcterms:created xsi:type="dcterms:W3CDTF">2018-04-29T17:12:04Z</dcterms:created>
  <dcterms:modified xsi:type="dcterms:W3CDTF">2018-04-29T18:34:51Z</dcterms:modified>
</cp:coreProperties>
</file>