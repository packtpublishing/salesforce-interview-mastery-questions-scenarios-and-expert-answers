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71" r:id="rId2"/>
    <p:sldId id="272" r:id="rId3"/>
    <p:sldId id="273" r:id="rId4"/>
    <p:sldId id="274" r:id="rId5"/>
    <p:sldId id="275" r:id="rId6"/>
    <p:sldId id="276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1999" y="-57090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4/29/2018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alesforce.com/us/developer/docs/apexcode/Content/apex_batch_interface.htm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3100" y="381000"/>
            <a:ext cx="9563100" cy="167640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lgerian" panose="04020705040A02060702" pitchFamily="82" charset="0"/>
              </a:rPr>
              <a:t>What is Batch Apex? </a:t>
            </a:r>
            <a:br>
              <a:rPr lang="en-US" b="1" dirty="0">
                <a:latin typeface="Algerian" panose="04020705040A02060702" pitchFamily="82" charset="0"/>
              </a:rPr>
            </a:br>
            <a:r>
              <a:rPr lang="en-US" b="1" dirty="0">
                <a:latin typeface="Algerian" panose="04020705040A02060702" pitchFamily="82" charset="0"/>
              </a:rPr>
              <a:t>What are the different methods of batch Apex class?</a:t>
            </a:r>
            <a:br>
              <a:rPr lang="en-US" b="1" dirty="0">
                <a:latin typeface="Algerian" panose="04020705040A02060702" pitchFamily="82" charset="0"/>
              </a:rPr>
            </a:b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Apex is used to run large jobs (think thousands or millions of records!) that would exceed normal processing limits. 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Apex, you can process records asynchronously in batches (hence the name, “Batch Apex”) to stay within platform limits. </a:t>
            </a: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have a lot of records to process, for example, data cleansing or archiving, Batch Apex is probably your best solution.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776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lgerian" panose="04020705040A02060702" pitchFamily="82" charset="0"/>
              </a:rPr>
              <a:t>Advantages of Batch Apex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transaction starts with a new set of governor limits, making it easier to ensure that your code stays within the governor execution limits.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one batch fails to process successfully, all other successful batch transactions aren’t rolled back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163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345273"/>
            <a:ext cx="8610600" cy="797727"/>
          </a:xfrm>
        </p:spPr>
        <p:txBody>
          <a:bodyPr/>
          <a:lstStyle/>
          <a:p>
            <a:r>
              <a:rPr lang="en-US" b="1" dirty="0" smtClean="0">
                <a:latin typeface="Algerian" panose="04020705040A02060702" pitchFamily="82" charset="0"/>
              </a:rPr>
              <a:t>Batch apex syntax</a:t>
            </a:r>
            <a:endParaRPr lang="en-US" b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6706" y="2314978"/>
            <a:ext cx="11574888" cy="3944154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Batch Apex class, your class must implement the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Database.Batchable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interface and implement these three methods: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 method: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collect the records or objects to be passed to the interface method execute for processing. This method is called once at the beginning of a Batch Apex job and returns either 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Database.QueryLocator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 or an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Iterable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contains the records or objects passed to the job.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(</a:t>
            </a:r>
            <a:r>
              <a:rPr lang="en-US" sz="20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Database.QueryLocator</a:t>
            </a:r>
            <a:r>
              <a:rPr lang="en-US" sz="2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US" sz="20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Iterable</a:t>
            </a:r>
            <a:r>
              <a:rPr lang="en-US" sz="2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0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sObject</a:t>
            </a:r>
            <a:r>
              <a:rPr lang="en-US" sz="2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&gt;) start(</a:t>
            </a:r>
            <a:r>
              <a:rPr lang="en-US" sz="20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Database.BatchableContext</a:t>
            </a:r>
            <a:r>
              <a:rPr lang="en-US" sz="2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r>
              <a:rPr lang="en-US" sz="2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{}</a:t>
            </a:r>
            <a:endParaRPr lang="en-US" sz="2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Execute method: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the actual processing for each chunk or “batch” of data passed to the method. The default batch size is 200 records.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void execute(</a:t>
            </a:r>
            <a:r>
              <a:rPr lang="en-US" sz="20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Database.BatchableContext</a:t>
            </a:r>
            <a:r>
              <a:rPr lang="en-US" sz="2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BC, list&lt;P&gt;){}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Finish method: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execute post-processing operations (for example, sending an email) and is called once after all batches are processed.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void finish(</a:t>
            </a:r>
            <a:r>
              <a:rPr lang="en-US" sz="20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Database.BatchableContext</a:t>
            </a:r>
            <a:r>
              <a:rPr lang="en-US" sz="2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BC){}</a:t>
            </a:r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945000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8620" y="188580"/>
            <a:ext cx="8610600" cy="1293028"/>
          </a:xfrm>
        </p:spPr>
        <p:txBody>
          <a:bodyPr/>
          <a:lstStyle/>
          <a:p>
            <a:r>
              <a:rPr lang="en-US" b="1" dirty="0">
                <a:latin typeface="Algerian" panose="04020705040A02060702" pitchFamily="82" charset="0"/>
              </a:rPr>
              <a:t>How you get more than 50,000 records in trigger?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164" y="2276519"/>
            <a:ext cx="10820400" cy="417398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should look at using Batch Apex to accomplish your goals.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cannot retrieve more than 50,000 records your SOQL calls in a single context because it will hit the governor limits.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with  Batch Apex your logic will be processed in chunks of anywhere from 1 to 200 records in a batch.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You'd need to modify your business logic to take the batching into account if necessary.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http://www.salesforce.com/us/developer/docs/apexcode/Content/apex_batch_interface.htm</a:t>
            </a:r>
            <a:endParaRPr lang="en-US" sz="32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1413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5436" y="477460"/>
            <a:ext cx="8610600" cy="129302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lgerian" panose="04020705040A02060702" pitchFamily="82" charset="0"/>
              </a:rPr>
              <a:t/>
            </a:r>
            <a:br>
              <a:rPr lang="en-US" b="1" dirty="0">
                <a:latin typeface="Algerian" panose="04020705040A02060702" pitchFamily="82" charset="0"/>
              </a:rPr>
            </a:br>
            <a:r>
              <a:rPr lang="en-US" b="1" dirty="0">
                <a:latin typeface="Algerian" panose="04020705040A02060702" pitchFamily="82" charset="0"/>
              </a:rPr>
              <a:t>Using State in Batch Apex</a:t>
            </a:r>
            <a:br>
              <a:rPr lang="en-US" b="1" dirty="0">
                <a:latin typeface="Algerian" panose="04020705040A02060702" pitchFamily="82" charset="0"/>
              </a:rPr>
            </a:b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85902"/>
            <a:ext cx="11023600" cy="4813298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Batch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Apex is typically stateless.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execution of a batch Apex job is considered a discrete transaction. For example, a batch Apex job that contains 1,000 records and uses the default batch size is considered five transactions of 200 records each.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order to make Batch Apex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stateful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you need to implement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Database.Stateful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interface.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instance member variables retain their values between transactions.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Maintaining state is useful for counting or summarizing records as they’re processed.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6379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300" y="344915"/>
            <a:ext cx="8610600" cy="937427"/>
          </a:xfrm>
        </p:spPr>
        <p:txBody>
          <a:bodyPr>
            <a:normAutofit/>
          </a:bodyPr>
          <a:lstStyle/>
          <a:p>
            <a:r>
              <a:rPr lang="en-US" b="1" dirty="0">
                <a:latin typeface="Algerian" panose="04020705040A02060702" pitchFamily="82" charset="0"/>
              </a:rPr>
              <a:t>What is stateless and </a:t>
            </a:r>
            <a:r>
              <a:rPr lang="en-US" b="1" dirty="0" err="1">
                <a:latin typeface="Algerian" panose="04020705040A02060702" pitchFamily="82" charset="0"/>
              </a:rPr>
              <a:t>statefull</a:t>
            </a:r>
            <a:r>
              <a:rPr lang="en-US" b="1" dirty="0">
                <a:latin typeface="Algerian" panose="04020705040A02060702" pitchFamily="82" charset="0"/>
              </a:rPr>
              <a:t> in Batch apex?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315" y="2201036"/>
            <a:ext cx="10820400" cy="430098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Apex is stateless by default. That means for each execution of your execute method, you receive a fresh copy of your object. 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fields of the class are initialized, static and instance. If your batch process needs information that is shared across transactions, one approach is to make 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Batch Apex class itself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stateful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by implementing the </a:t>
            </a:r>
            <a:r>
              <a:rPr lang="en-US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Stateful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interface.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instructs Force.com to preserve the values of your static and instance variables between transactions.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145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81</TotalTime>
  <Words>503</Words>
  <Application>Microsoft Office PowerPoint</Application>
  <PresentationFormat>Widescreen</PresentationFormat>
  <Paragraphs>43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Algerian</vt:lpstr>
      <vt:lpstr>Century Gothic</vt:lpstr>
      <vt:lpstr>Times New Roman</vt:lpstr>
      <vt:lpstr>Wingdings</vt:lpstr>
      <vt:lpstr>Wingdings 2</vt:lpstr>
      <vt:lpstr>Quotable</vt:lpstr>
      <vt:lpstr>What is Batch Apex?  What are the different methods of batch Apex class? </vt:lpstr>
      <vt:lpstr>Advantages of Batch Apex</vt:lpstr>
      <vt:lpstr>Batch apex syntax</vt:lpstr>
      <vt:lpstr>How you get more than 50,000 records in trigger?</vt:lpstr>
      <vt:lpstr> Using State in Batch Apex </vt:lpstr>
      <vt:lpstr>What is stateless and statefull in Batch apex?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 Aulakh</dc:creator>
  <cp:lastModifiedBy>Sim Aulakh</cp:lastModifiedBy>
  <cp:revision>30</cp:revision>
  <dcterms:created xsi:type="dcterms:W3CDTF">2018-04-29T17:12:04Z</dcterms:created>
  <dcterms:modified xsi:type="dcterms:W3CDTF">2018-04-29T18:33:16Z</dcterms:modified>
</cp:coreProperties>
</file>