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63" r:id="rId3"/>
    <p:sldId id="26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10" y="653603"/>
            <a:ext cx="10018713" cy="1310425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What </a:t>
            </a:r>
            <a:r>
              <a:rPr lang="en-US" b="1" i="1" dirty="0"/>
              <a:t>are the different types of collections in Apex? What are maps in Apex?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686" y="1964028"/>
            <a:ext cx="11423559" cy="437237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represents a group of objects. There are three different types of collections in Apex, and they 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list is an ordered collection of the primitive's data types dignified by its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List&lt;DataType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listName = new List&lt;DataType&gt;();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set is an unordered collection of data of one primitive data type or sObject that must have unique values.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Set&lt;DataType&gt; setName = new Set&lt;DataType&gt;(); </a:t>
            </a:r>
            <a:endParaRPr lang="en-US" sz="24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map is an unordered collection of unique keys of one primitive data type and their corresponding values.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Map&lt;PrimitiveKeyDataType, DataType&gt; </a:t>
            </a:r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mapName =                      newMap&lt;PrimitiveKeyDataType, DataType&gt;();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1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What are the difference between the Sets and Maps?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an unordered collection of primitives 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sObjects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do not contain any duplicate elements.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collection of key-value pairs where each unique key maps to a single value. Keys can be primitive data type, while values can be a primitives,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sObject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collection type or an Apex object.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28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Can we put list in the Map?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we can put list in the Map. 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Map&lt;Id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List&lt;Opportunity&gt;&gt;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MapList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Map&lt;Id, List&lt;Opportunity&gt;&gt;();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83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47</TotalTime>
  <Words>70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Century Gothic</vt:lpstr>
      <vt:lpstr>Times New Roman</vt:lpstr>
      <vt:lpstr>Wingdings</vt:lpstr>
      <vt:lpstr>Wingdings 2</vt:lpstr>
      <vt:lpstr>Quotable</vt:lpstr>
      <vt:lpstr> What are the different types of collections in Apex? What are maps in Apex? </vt:lpstr>
      <vt:lpstr>What are the difference between the Sets and Maps?</vt:lpstr>
      <vt:lpstr>Can we put list in the Map?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19</cp:revision>
  <dcterms:created xsi:type="dcterms:W3CDTF">2018-04-29T17:12:04Z</dcterms:created>
  <dcterms:modified xsi:type="dcterms:W3CDTF">2018-04-29T17:59:48Z</dcterms:modified>
</cp:coreProperties>
</file>