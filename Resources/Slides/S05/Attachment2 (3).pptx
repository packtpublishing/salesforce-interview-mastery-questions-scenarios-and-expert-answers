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0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601" y="678693"/>
            <a:ext cx="8610600" cy="95012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Algerian" panose="04020705040A02060702" pitchFamily="82" charset="0"/>
              </a:rPr>
              <a:t/>
            </a:r>
            <a:br>
              <a:rPr lang="en-US" sz="4800" b="1" dirty="0">
                <a:latin typeface="Algerian" panose="04020705040A02060702" pitchFamily="82" charset="0"/>
              </a:rPr>
            </a:br>
            <a:r>
              <a:rPr lang="en-US" sz="4800" b="1" dirty="0" smtClean="0">
                <a:latin typeface="Algerian" panose="04020705040A02060702" pitchFamily="82" charset="0"/>
              </a:rPr>
              <a:t/>
            </a:r>
            <a:br>
              <a:rPr lang="en-US" sz="4800" b="1" dirty="0" smtClean="0">
                <a:latin typeface="Algerian" panose="04020705040A02060702" pitchFamily="82" charset="0"/>
              </a:rPr>
            </a:br>
            <a:r>
              <a:rPr lang="en-US" sz="4800" dirty="0">
                <a:latin typeface="Algerian" panose="04020705040A02060702" pitchFamily="82" charset="0"/>
              </a:rPr>
              <a:t/>
            </a:r>
            <a:br>
              <a:rPr lang="en-US" sz="4800" dirty="0">
                <a:latin typeface="Algerian" panose="04020705040A02060702" pitchFamily="82" charset="0"/>
              </a:rPr>
            </a:br>
            <a:r>
              <a:rPr lang="en-US" sz="4800" b="1" dirty="0" smtClean="0">
                <a:latin typeface="Algerian" panose="04020705040A02060702" pitchFamily="82" charset="0"/>
              </a:rPr>
              <a:t>What </a:t>
            </a:r>
            <a:r>
              <a:rPr lang="en-US" sz="4800" b="1" dirty="0">
                <a:latin typeface="Algerian" panose="04020705040A02060702" pitchFamily="82" charset="0"/>
              </a:rPr>
              <a:t>is an Apex transaction?</a:t>
            </a:r>
            <a:r>
              <a:rPr lang="en-US" sz="4800" dirty="0">
                <a:latin typeface="Algerian" panose="04020705040A02060702" pitchFamily="82" charset="0"/>
              </a:rPr>
              <a:t/>
            </a:r>
            <a:br>
              <a:rPr lang="en-US" sz="4800" dirty="0">
                <a:latin typeface="Algerian" panose="04020705040A02060702" pitchFamily="82" charset="0"/>
              </a:rPr>
            </a:br>
            <a:endParaRPr lang="en-US" sz="48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647" y="1628820"/>
            <a:ext cx="10820400" cy="4821685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Apex transaction represents a set of operations that are executed as a single unit. 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DML operations in a transaction either complete successfully, or if an error occurs even in saving a single record, then the entire transaction is rolled back.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110" y="4128000"/>
            <a:ext cx="3640000" cy="27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82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78</TotalTime>
  <Words>47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Algerian</vt:lpstr>
      <vt:lpstr>Century Gothic</vt:lpstr>
      <vt:lpstr>Times New Roman</vt:lpstr>
      <vt:lpstr>Wingdings 2</vt:lpstr>
      <vt:lpstr>Quotable</vt:lpstr>
      <vt:lpstr>   What is an Apex transaction?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26</cp:revision>
  <dcterms:created xsi:type="dcterms:W3CDTF">2018-04-29T17:12:04Z</dcterms:created>
  <dcterms:modified xsi:type="dcterms:W3CDTF">2018-04-29T18:30:10Z</dcterms:modified>
</cp:coreProperties>
</file>