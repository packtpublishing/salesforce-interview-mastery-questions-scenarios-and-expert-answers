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186" y="347729"/>
            <a:ext cx="10018713" cy="761822"/>
          </a:xfrm>
        </p:spPr>
        <p:txBody>
          <a:bodyPr/>
          <a:lstStyle/>
          <a:p>
            <a:r>
              <a:rPr lang="en-US" b="1" i="1" dirty="0"/>
              <a:t>What are the assignment Rules?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2185" y="2230013"/>
            <a:ext cx="10018713" cy="41021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Rules are used to automate organization’s lead generation and support processes.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Assignment Rules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specify how leads are assigned to users or queues as they are created manually, captured from the web, or imported via the lead import wizard.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Assignment Rules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determine how cases are assigned to users or put into queues as they are created manually, using Web-to-Case.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00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35</TotalTime>
  <Words>22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Century Gothic</vt:lpstr>
      <vt:lpstr>Times New Roman</vt:lpstr>
      <vt:lpstr>Wingdings</vt:lpstr>
      <vt:lpstr>Wingdings 2</vt:lpstr>
      <vt:lpstr>Quotable</vt:lpstr>
      <vt:lpstr>What are the assignment Rules?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16</cp:revision>
  <dcterms:created xsi:type="dcterms:W3CDTF">2018-04-29T17:12:04Z</dcterms:created>
  <dcterms:modified xsi:type="dcterms:W3CDTF">2018-04-29T17:47:42Z</dcterms:modified>
</cp:coreProperties>
</file>