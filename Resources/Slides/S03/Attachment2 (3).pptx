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
  </p:notesMasterIdLst>
  <p:sldIdLst>
    <p:sldId id="269"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540" y="84"/>
      </p:cViewPr>
      <p:guideLst/>
    </p:cSldViewPr>
  </p:slideViewPr>
  <p:notesTextViewPr>
    <p:cViewPr>
      <p:scale>
        <a:sx n="1" d="1"/>
        <a:sy n="1" d="1"/>
      </p:scale>
      <p:origin x="0" y="0"/>
    </p:cViewPr>
  </p:notesTextViewPr>
  <p:notesViewPr>
    <p:cSldViewPr snapToGrid="0">
      <p:cViewPr varScale="1">
        <p:scale>
          <a:sx n="58" d="100"/>
          <a:sy n="58" d="100"/>
        </p:scale>
        <p:origin x="2808" y="72"/>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37B77-9DF6-49F3-B046-1938D9DC11FF}" type="datetimeFigureOut">
              <a:rPr lang="en-US" smtClean="0"/>
              <a:t>4/18/2018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BA6AF-D4D1-4256-A53A-8687D3719A35}" type="slidenum">
              <a:rPr lang="en-US" smtClean="0"/>
              <a:t>‹#›</a:t>
            </a:fld>
            <a:endParaRPr lang="en-US"/>
          </a:p>
        </p:txBody>
      </p:sp>
    </p:spTree>
    <p:extLst>
      <p:ext uri="{BB962C8B-B14F-4D97-AF65-F5344CB8AC3E}">
        <p14:creationId xmlns:p14="http://schemas.microsoft.com/office/powerpoint/2010/main" val="1806739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Algerian" panose="04020705040A02060702" pitchFamily="82"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vl2pPr>
              <a:defRPr>
                <a:solidFill>
                  <a:schemeClr val="tx1"/>
                </a:solidFill>
                <a:latin typeface="Times New Roman" panose="02020603050405020304" pitchFamily="18" charset="0"/>
                <a:cs typeface="Times New Roman" panose="02020603050405020304" pitchFamily="18" charset="0"/>
              </a:defRPr>
            </a:lvl2pPr>
            <a:lvl3pPr>
              <a:defRPr>
                <a:solidFill>
                  <a:schemeClr val="tx1"/>
                </a:solidFill>
                <a:latin typeface="Times New Roman" panose="02020603050405020304" pitchFamily="18" charset="0"/>
                <a:cs typeface="Times New Roman" panose="02020603050405020304" pitchFamily="18" charset="0"/>
              </a:defRPr>
            </a:lvl3pPr>
            <a:lvl4pPr>
              <a:defRPr>
                <a:solidFill>
                  <a:schemeClr val="tx1"/>
                </a:solidFill>
                <a:latin typeface="Times New Roman" panose="02020603050405020304" pitchFamily="18" charset="0"/>
                <a:cs typeface="Times New Roman" panose="02020603050405020304" pitchFamily="18" charset="0"/>
              </a:defRPr>
            </a:lvl4pPr>
            <a:lvl5pPr>
              <a:defRPr>
                <a:solidFill>
                  <a:schemeClr val="tx1"/>
                </a:solidFill>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77183" y="0"/>
            <a:ext cx="1114817" cy="1114817"/>
          </a:xfrm>
          <a:prstGeom prst="rect">
            <a:avLst/>
          </a:prstGeom>
          <a:ln>
            <a:noFill/>
          </a:ln>
          <a:effectLst>
            <a:softEdge rad="112500"/>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4/18/2018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4/18/2018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4/18/2018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4/18/2018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4/18/2018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4/18/2018</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1" y="228601"/>
            <a:ext cx="10018713" cy="939800"/>
          </a:xfrm>
        </p:spPr>
        <p:txBody>
          <a:bodyPr/>
          <a:lstStyle/>
          <a:p>
            <a:r>
              <a:rPr lang="en-US" b="1" dirty="0" smtClean="0"/>
              <a:t>When OWD is Private. How to open access?</a:t>
            </a:r>
            <a:endParaRPr lang="en-US" b="1" dirty="0"/>
          </a:p>
        </p:txBody>
      </p:sp>
      <p:sp>
        <p:nvSpPr>
          <p:cNvPr id="3" name="Content Placeholder 2"/>
          <p:cNvSpPr>
            <a:spLocks noGrp="1"/>
          </p:cNvSpPr>
          <p:nvPr>
            <p:ph idx="1"/>
          </p:nvPr>
        </p:nvSpPr>
        <p:spPr>
          <a:xfrm>
            <a:off x="735010" y="977901"/>
            <a:ext cx="10018713" cy="4343400"/>
          </a:xfrm>
        </p:spPr>
        <p:txBody>
          <a:bodyPr>
            <a:normAutofit/>
          </a:bodyPr>
          <a:lstStyle/>
          <a:p>
            <a:pPr marL="0" indent="0">
              <a:buNone/>
            </a:pPr>
            <a:r>
              <a:rPr lang="en-US" b="1" dirty="0" smtClean="0">
                <a:solidFill>
                  <a:srgbClr val="FF0000"/>
                </a:solidFill>
              </a:rPr>
              <a:t>Role </a:t>
            </a:r>
            <a:r>
              <a:rPr lang="en-US" b="1" dirty="0" smtClean="0">
                <a:solidFill>
                  <a:srgbClr val="FF0000"/>
                </a:solidFill>
              </a:rPr>
              <a:t>hierarchy</a:t>
            </a:r>
          </a:p>
          <a:p>
            <a:pPr marL="0" indent="0">
              <a:buNone/>
            </a:pPr>
            <a:r>
              <a:rPr lang="en-US" dirty="0"/>
              <a:t>Salesforce allows us to control the records access and organization reports using </a:t>
            </a:r>
            <a:r>
              <a:rPr lang="en-US" i="1" dirty="0"/>
              <a:t>role</a:t>
            </a:r>
            <a:r>
              <a:rPr lang="en-US" dirty="0"/>
              <a:t>. In other words, you can use it to control record-level access in Salesforce. </a:t>
            </a:r>
            <a:endParaRPr lang="en-US" b="1" dirty="0"/>
          </a:p>
          <a:p>
            <a:pPr marL="0" indent="0">
              <a:buNone/>
            </a:pPr>
            <a:r>
              <a:rPr lang="en-US" dirty="0"/>
              <a:t>Users who are higher in the role hierarchy will be able to see the records of people below them. Users who share the same the role or who are at the same level </a:t>
            </a:r>
            <a:r>
              <a:rPr lang="en-US" dirty="0" smtClean="0"/>
              <a:t>cannot </a:t>
            </a:r>
            <a:r>
              <a:rPr lang="en-US" dirty="0"/>
              <a:t>access each other's records:</a:t>
            </a:r>
            <a:endParaRPr lang="en-US" b="1" dirty="0" smtClean="0"/>
          </a:p>
          <a:p>
            <a:pPr marL="0" indent="0">
              <a:buNone/>
            </a:pPr>
            <a:endParaRPr lang="en-US" b="1" dirty="0"/>
          </a:p>
          <a:p>
            <a:pPr marL="0" indent="0">
              <a:buNone/>
            </a:pPr>
            <a:endParaRPr lang="en-US" b="1" dirty="0" smtClean="0"/>
          </a:p>
          <a:p>
            <a:pPr marL="0" indent="0">
              <a:buNone/>
            </a:pPr>
            <a:endParaRPr lang="en-US" b="1" dirty="0"/>
          </a:p>
          <a:p>
            <a:pPr marL="0" indent="0">
              <a:buNone/>
            </a:pPr>
            <a:endParaRPr lang="en-US" b="1" dirty="0"/>
          </a:p>
          <a:p>
            <a:endParaRPr lang="en-US" dirty="0"/>
          </a:p>
        </p:txBody>
      </p:sp>
      <p:pic>
        <p:nvPicPr>
          <p:cNvPr id="4098" name="Picture 2" descr="https://www.safaribooksonline.com/library/view/mastering-salesforce-crm/9781786463180/graphics/image_02_00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5374" y="3944938"/>
            <a:ext cx="4057650" cy="275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946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32</TotalTime>
  <Words>21</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Algerian</vt:lpstr>
      <vt:lpstr>Arial</vt:lpstr>
      <vt:lpstr>Calibri</vt:lpstr>
      <vt:lpstr>Times New Roman</vt:lpstr>
      <vt:lpstr>Trebuchet MS</vt:lpstr>
      <vt:lpstr>Tw Cen MT</vt:lpstr>
      <vt:lpstr>Circuit</vt:lpstr>
      <vt:lpstr>When OWD is Private. How to open access?</vt:lpstr>
    </vt:vector>
  </TitlesOfParts>
  <Company>Bank of America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Khanna, Deepika</dc:creator>
  <cp:lastModifiedBy>Khanna, Deepika</cp:lastModifiedBy>
  <cp:revision>27</cp:revision>
  <dcterms:created xsi:type="dcterms:W3CDTF">2018-04-18T16:20:33Z</dcterms:created>
  <dcterms:modified xsi:type="dcterms:W3CDTF">2018-04-18T16:52:37Z</dcterms:modified>
</cp:coreProperties>
</file>