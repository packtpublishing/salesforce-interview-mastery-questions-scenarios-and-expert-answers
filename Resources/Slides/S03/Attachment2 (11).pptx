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66" r:id="rId3"/>
    <p:sldId id="26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703" y="93373"/>
            <a:ext cx="10018713" cy="1181636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>What are sandboxes and different types of sandbox?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806" y="2073499"/>
            <a:ext cx="11026505" cy="433588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Sandboxes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create copies of your Salesforce org in separate environments.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Sandboxes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isolated from your production org, so operations that you perform in your sandboxes don’t affect your production org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Sandbox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Pro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Partial Copy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Sandbox</a:t>
            </a:r>
          </a:p>
          <a:p>
            <a:pPr marL="0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61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344" y="270456"/>
            <a:ext cx="10086349" cy="118485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Types </a:t>
            </a:r>
            <a:r>
              <a:rPr lang="en-US" dirty="0" smtClean="0"/>
              <a:t>of Sandboxes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396" y="1913585"/>
            <a:ext cx="10018713" cy="4944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Sandbox: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for development and testing in an isolated environment. A Developer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 includes a copy of your production org’s configuration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(metadata).</a:t>
            </a: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Pro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Sandbox: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for development and testing in an isolated environment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host larger data sets than a Developer sandbox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Developer Pro sandbox includes a copy of your production org’s configuration (metadata). Use a Developer Pro sandbox to handle more development and quality assurance tasks and for integration testing or user training.</a:t>
            </a: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Copy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Sandbox: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to be used as a testing environment. This environment includes a copy of your production org’s configuration (metadata) and a sample of your production org’s data as defined by a sandbox template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 a Partial Copy sandbox for quality assurance tasks such as user acceptance testing, integration testing, and training.</a:t>
            </a: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Sandbox: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to be used as a testing environment.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Full sandboxes support performance testing, load testing, and staging. Full sandboxes are a replica of your production org, including all data, such as object records and attachments, and metadata.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the refresh interval makes it difficult to use Full sandboxes for development.</a:t>
            </a:r>
          </a:p>
        </p:txBody>
      </p:sp>
    </p:spTree>
    <p:extLst>
      <p:ext uri="{BB962C8B-B14F-4D97-AF65-F5344CB8AC3E}">
        <p14:creationId xmlns:p14="http://schemas.microsoft.com/office/powerpoint/2010/main" val="62676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8043012"/>
              </p:ext>
            </p:extLst>
          </p:nvPr>
        </p:nvGraphicFramePr>
        <p:xfrm>
          <a:off x="1136605" y="1842642"/>
          <a:ext cx="10018712" cy="4831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4678"/>
                <a:gridCol w="2504678"/>
                <a:gridCol w="2504678"/>
                <a:gridCol w="2504678"/>
              </a:tblGrid>
              <a:tr h="939965">
                <a:tc>
                  <a:txBody>
                    <a:bodyPr/>
                    <a:lstStyle/>
                    <a:p>
                      <a:r>
                        <a:rPr lang="en-US" sz="2000" b="1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Sandbox Type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Refresh Interval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kern="120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Storage Limit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kern="120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What’s Copied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39965"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Developer Sandbox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 day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storage: 200 MB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File storage: 200 MB</a:t>
                      </a:r>
                    </a:p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Metadata only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39965"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Developer Pro Sandbox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 day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storage: 1 GB</a:t>
                      </a:r>
                      <a:r>
                        <a:rPr lang="en-US" sz="20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storage: 1 GB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Metadata only</a:t>
                      </a:r>
                    </a:p>
                  </a:txBody>
                  <a:tcPr marL="38100" marR="38100" marT="38100" marB="38100"/>
                </a:tc>
              </a:tr>
              <a:tr h="939965"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Partial Copy Sandbox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 days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storage: 5 GBFile storage: 5 GB</a:t>
                      </a:r>
                    </a:p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Metadata and sample data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939965"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Full Sandbox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 days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Same as your production org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22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13</TotalTime>
  <Words>295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Century Gothic</vt:lpstr>
      <vt:lpstr>Times New Roman</vt:lpstr>
      <vt:lpstr>Wingdings</vt:lpstr>
      <vt:lpstr>Wingdings 2</vt:lpstr>
      <vt:lpstr>Quotable</vt:lpstr>
      <vt:lpstr>What are sandboxes and different types of sandbox?</vt:lpstr>
      <vt:lpstr>      Types of Sandboxes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10</cp:revision>
  <dcterms:created xsi:type="dcterms:W3CDTF">2018-04-29T17:12:04Z</dcterms:created>
  <dcterms:modified xsi:type="dcterms:W3CDTF">2018-04-29T17:25:56Z</dcterms:modified>
</cp:coreProperties>
</file>