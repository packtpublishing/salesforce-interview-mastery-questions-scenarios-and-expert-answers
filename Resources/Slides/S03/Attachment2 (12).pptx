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8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1999" y="-57090"/>
            <a:ext cx="1905000" cy="1905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1065" y="283335"/>
            <a:ext cx="10571998" cy="1815921"/>
          </a:xfrm>
        </p:spPr>
        <p:txBody>
          <a:bodyPr>
            <a:normAutofit fontScale="90000"/>
          </a:bodyPr>
          <a:lstStyle/>
          <a:p>
            <a:pPr fontAlgn="base"/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i="1" dirty="0"/>
              <a:t/>
            </a:r>
            <a:br>
              <a:rPr lang="en-US" i="1" dirty="0"/>
            </a:br>
            <a:r>
              <a:rPr lang="en-US" i="1" dirty="0" smtClean="0"/>
              <a:t/>
            </a:r>
            <a:br>
              <a:rPr lang="en-US" i="1" dirty="0" smtClean="0"/>
            </a:br>
            <a:r>
              <a:rPr lang="en-US" b="1" i="1" dirty="0" smtClean="0"/>
              <a:t>What </a:t>
            </a:r>
            <a:r>
              <a:rPr lang="en-US" b="1" i="1" dirty="0"/>
              <a:t>is the validation Rule?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rule verify that the data a user enters in a record meets the standards we specify before the user can save the record.</a:t>
            </a:r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rule also included the error message to display to the user when the rule returns a value of the true due to an invalid value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fontAlgn="base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438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31</TotalTime>
  <Words>52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Century Gothic</vt:lpstr>
      <vt:lpstr>Times New Roman</vt:lpstr>
      <vt:lpstr>Wingdings</vt:lpstr>
      <vt:lpstr>Wingdings 2</vt:lpstr>
      <vt:lpstr>Quotable</vt:lpstr>
      <vt:lpstr>   What is the validation Rule? 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Sim Aulakh</dc:creator>
  <cp:lastModifiedBy>Sim Aulakh</cp:lastModifiedBy>
  <cp:revision>11</cp:revision>
  <dcterms:created xsi:type="dcterms:W3CDTF">2018-04-29T17:12:04Z</dcterms:created>
  <dcterms:modified xsi:type="dcterms:W3CDTF">2018-04-29T17:43:26Z</dcterms:modified>
</cp:coreProperties>
</file>