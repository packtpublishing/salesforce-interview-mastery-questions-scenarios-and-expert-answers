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
  </p:notesMasterIdLst>
  <p:sldIdLst>
    <p:sldId id="268"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6" d="100"/>
          <a:sy n="76" d="100"/>
        </p:scale>
        <p:origin x="540" y="84"/>
      </p:cViewPr>
      <p:guideLst/>
    </p:cSldViewPr>
  </p:slideViewPr>
  <p:notesTextViewPr>
    <p:cViewPr>
      <p:scale>
        <a:sx n="1" d="1"/>
        <a:sy n="1" d="1"/>
      </p:scale>
      <p:origin x="0" y="0"/>
    </p:cViewPr>
  </p:notesTextViewPr>
  <p:notesViewPr>
    <p:cSldViewPr snapToGrid="0">
      <p:cViewPr varScale="1">
        <p:scale>
          <a:sx n="58" d="100"/>
          <a:sy n="58" d="100"/>
        </p:scale>
        <p:origin x="2808" y="72"/>
      </p:cViewPr>
      <p:guideLst/>
    </p:cSldViewPr>
  </p:notes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137B77-9DF6-49F3-B046-1938D9DC11FF}" type="datetimeFigureOut">
              <a:rPr lang="en-US" smtClean="0"/>
              <a:t>4/18/2018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8BA6AF-D4D1-4256-A53A-8687D3719A35}" type="slidenum">
              <a:rPr lang="en-US" smtClean="0"/>
              <a:t>‹#›</a:t>
            </a:fld>
            <a:endParaRPr lang="en-US"/>
          </a:p>
        </p:txBody>
      </p:sp>
    </p:spTree>
    <p:extLst>
      <p:ext uri="{BB962C8B-B14F-4D97-AF65-F5344CB8AC3E}">
        <p14:creationId xmlns:p14="http://schemas.microsoft.com/office/powerpoint/2010/main" val="1806739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latin typeface="Algerian" panose="04020705040A02060702" pitchFamily="82"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latin typeface="Times New Roman" panose="02020603050405020304" pitchFamily="18" charset="0"/>
                <a:cs typeface="Times New Roman" panose="02020603050405020304" pitchFamily="18" charset="0"/>
              </a:defRPr>
            </a:lvl1pPr>
            <a:lvl2pPr>
              <a:defRPr>
                <a:solidFill>
                  <a:schemeClr val="tx1"/>
                </a:solidFill>
                <a:latin typeface="Times New Roman" panose="02020603050405020304" pitchFamily="18" charset="0"/>
                <a:cs typeface="Times New Roman" panose="02020603050405020304" pitchFamily="18" charset="0"/>
              </a:defRPr>
            </a:lvl2pPr>
            <a:lvl3pPr>
              <a:defRPr>
                <a:solidFill>
                  <a:schemeClr val="tx1"/>
                </a:solidFill>
                <a:latin typeface="Times New Roman" panose="02020603050405020304" pitchFamily="18" charset="0"/>
                <a:cs typeface="Times New Roman" panose="02020603050405020304" pitchFamily="18" charset="0"/>
              </a:defRPr>
            </a:lvl3pPr>
            <a:lvl4pPr>
              <a:defRPr>
                <a:solidFill>
                  <a:schemeClr val="tx1"/>
                </a:solidFill>
                <a:latin typeface="Times New Roman" panose="02020603050405020304" pitchFamily="18" charset="0"/>
                <a:cs typeface="Times New Roman" panose="02020603050405020304" pitchFamily="18" charset="0"/>
              </a:defRPr>
            </a:lvl4pPr>
            <a:lvl5pPr>
              <a:defRPr>
                <a:solidFill>
                  <a:schemeClr val="tx1"/>
                </a:solidFill>
                <a:latin typeface="Times New Roman" panose="02020603050405020304" pitchFamily="18" charset="0"/>
                <a:cs typeface="Times New Roman" panose="02020603050405020304"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077183" y="0"/>
            <a:ext cx="1114817" cy="1114817"/>
          </a:xfrm>
          <a:prstGeom prst="rect">
            <a:avLst/>
          </a:prstGeom>
          <a:ln>
            <a:noFill/>
          </a:ln>
          <a:effectLst>
            <a:softEdge rad="112500"/>
          </a:effec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4/18/2018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4/18/2018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4/18/2018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4/18/2018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4/18/2018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4/18/2018</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3910" y="330201"/>
            <a:ext cx="10018713" cy="5499100"/>
          </a:xfrm>
        </p:spPr>
        <p:txBody>
          <a:bodyPr/>
          <a:lstStyle/>
          <a:p>
            <a:pPr marL="0" indent="0">
              <a:buNone/>
            </a:pPr>
            <a:r>
              <a:rPr lang="en-US" dirty="0" smtClean="0"/>
              <a:t>John is </a:t>
            </a:r>
            <a:r>
              <a:rPr lang="en-US" dirty="0"/>
              <a:t>working as system administrator at Universal Containers. Apart from their sales management, they are also using Salesforce to process employee salaries, using the custom object Bank Detail, to save their employees' preferred bank account details. </a:t>
            </a:r>
            <a:r>
              <a:rPr lang="en-US" dirty="0" smtClean="0"/>
              <a:t>John has </a:t>
            </a:r>
            <a:r>
              <a:rPr lang="en-US" dirty="0"/>
              <a:t>received a request from his manager </a:t>
            </a:r>
            <a:r>
              <a:rPr lang="en-US" dirty="0" smtClean="0"/>
              <a:t>Adam to </a:t>
            </a:r>
            <a:r>
              <a:rPr lang="en-US" dirty="0"/>
              <a:t>change the security and settings for Bank Detail object so that only users who created the record for the Bank Detail object can access it, no one else can have the power to view, edit, or delete it</a:t>
            </a:r>
            <a:r>
              <a:rPr lang="en-US" dirty="0" smtClean="0"/>
              <a:t>.</a:t>
            </a:r>
          </a:p>
          <a:p>
            <a:pPr marL="0" indent="0">
              <a:buNone/>
            </a:pPr>
            <a:endParaRPr lang="en-US" dirty="0"/>
          </a:p>
          <a:p>
            <a:pPr marL="0" indent="0">
              <a:buNone/>
            </a:pPr>
            <a:r>
              <a:rPr lang="en-US" sz="2800" b="1" i="1" dirty="0"/>
              <a:t>When you select the Grant Access Using Hierarchy field, it provides access to people who are above in the role hierarchy.</a:t>
            </a:r>
          </a:p>
        </p:txBody>
      </p:sp>
    </p:spTree>
    <p:extLst>
      <p:ext uri="{BB962C8B-B14F-4D97-AF65-F5344CB8AC3E}">
        <p14:creationId xmlns:p14="http://schemas.microsoft.com/office/powerpoint/2010/main" val="121564276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29</TotalTime>
  <Words>7</Words>
  <Application>Microsoft Office PowerPoint</Application>
  <PresentationFormat>Widescreen</PresentationFormat>
  <Paragraphs>3</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Algerian</vt:lpstr>
      <vt:lpstr>Arial</vt:lpstr>
      <vt:lpstr>Calibri</vt:lpstr>
      <vt:lpstr>Times New Roman</vt:lpstr>
      <vt:lpstr>Trebuchet MS</vt:lpstr>
      <vt:lpstr>Tw Cen MT</vt:lpstr>
      <vt:lpstr>Circuit</vt:lpstr>
      <vt:lpstr>PowerPoint Presentation</vt:lpstr>
    </vt:vector>
  </TitlesOfParts>
  <Company>Bank of America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Khanna, Deepika</dc:creator>
  <cp:lastModifiedBy>Khanna, Deepika</cp:lastModifiedBy>
  <cp:revision>26</cp:revision>
  <dcterms:created xsi:type="dcterms:W3CDTF">2018-04-18T16:20:33Z</dcterms:created>
  <dcterms:modified xsi:type="dcterms:W3CDTF">2018-04-18T16:50:32Z</dcterms:modified>
</cp:coreProperties>
</file>