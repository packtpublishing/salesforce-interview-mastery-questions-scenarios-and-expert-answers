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2210" y="431799"/>
            <a:ext cx="10018713" cy="582930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scenario: 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John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working as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administrator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at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Containers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He has just received an e-mail from business user 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says that someone has recently reset his password (because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Adam has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received a password reset e-mail from Salesforce). If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John wants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who did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this, How can he do that?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John can use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Trail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Salesforce. Only the system administrator or a user with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Setup and Configuration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permissions can use this feature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access the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Trail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click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Setup Audit Trail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3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2</TotalTime>
  <Words>4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Century Gothic</vt:lpstr>
      <vt:lpstr>Times New Roman</vt:lpstr>
      <vt:lpstr>Wingdings 2</vt:lpstr>
      <vt:lpstr>Quotable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3</cp:revision>
  <dcterms:created xsi:type="dcterms:W3CDTF">2018-04-29T17:12:04Z</dcterms:created>
  <dcterms:modified xsi:type="dcterms:W3CDTF">2018-04-29T17:14:35Z</dcterms:modified>
</cp:coreProperties>
</file>