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37B77-9DF6-49F3-B046-1938D9DC11F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A6AF-D4D1-4256-A53A-8687D3719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52401"/>
            <a:ext cx="10018713" cy="1028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</a:t>
            </a:r>
            <a:r>
              <a:rPr lang="en-US" b="1" dirty="0" smtClean="0"/>
              <a:t>rganization-wide </a:t>
            </a:r>
            <a:r>
              <a:rPr lang="en-US" b="1" dirty="0"/>
              <a:t>access and their description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833845"/>
              </p:ext>
            </p:extLst>
          </p:nvPr>
        </p:nvGraphicFramePr>
        <p:xfrm>
          <a:off x="1206500" y="1327939"/>
          <a:ext cx="9956800" cy="5142352"/>
        </p:xfrm>
        <a:graphic>
          <a:graphicData uri="http://schemas.openxmlformats.org/drawingml/2006/table">
            <a:tbl>
              <a:tblPr/>
              <a:tblGrid>
                <a:gridCol w="4978400"/>
                <a:gridCol w="4978400"/>
              </a:tblGrid>
              <a:tr h="272287">
                <a:tc>
                  <a:txBody>
                    <a:bodyPr/>
                    <a:lstStyle/>
                    <a:p>
                      <a:pPr algn="l"/>
                      <a:r>
                        <a:rPr lang="en-US" sz="2400" b="1" i="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OWD Access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i="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Description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8310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Private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Only the owner of the records and the user above in the role hierarchy are able to access and report on the records.</a:t>
                      </a: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969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Public Read Only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All users can view the records, but only the owners and the users above in the role hierarchy can edit them.</a:t>
                      </a: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628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Public Read/Write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All users can view, edit, and report on all records.</a:t>
                      </a: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969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Public Read/Write/Transfer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All users can view, edit, transfer, and report on all records. This is only available for case and lead objects.</a:t>
                      </a: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969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Controlled by Parent</a:t>
                      </a:r>
                      <a:endParaRPr lang="en-US" sz="180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This says that access to the child object's records is controlled by the parent.</a:t>
                      </a: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969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Public Full Access</a:t>
                      </a:r>
                      <a:endParaRPr lang="en-US" sz="180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This is available for campaigns. In this, all users can view, edit, transfer, and report on all records.</a:t>
                      </a:r>
                    </a:p>
                  </a:txBody>
                  <a:tcPr marL="23473" marR="23473" marT="23473" marB="234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53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28</TotalTime>
  <Words>115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Algerian</vt:lpstr>
      <vt:lpstr>Arial</vt:lpstr>
      <vt:lpstr>Calibri</vt:lpstr>
      <vt:lpstr>inherit</vt:lpstr>
      <vt:lpstr>Times New Roman</vt:lpstr>
      <vt:lpstr>Trebuchet MS</vt:lpstr>
      <vt:lpstr>Tw Cen MT</vt:lpstr>
      <vt:lpstr>Circuit</vt:lpstr>
      <vt:lpstr>Organization-wide access and their description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25</cp:revision>
  <dcterms:created xsi:type="dcterms:W3CDTF">2018-04-18T16:20:33Z</dcterms:created>
  <dcterms:modified xsi:type="dcterms:W3CDTF">2018-04-18T16:49:12Z</dcterms:modified>
</cp:coreProperties>
</file>