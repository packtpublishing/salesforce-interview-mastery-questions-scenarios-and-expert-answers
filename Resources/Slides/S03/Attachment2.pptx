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
  </p:notesMasterIdLst>
  <p:sldIdLst>
    <p:sldId id="26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540" y="84"/>
      </p:cViewPr>
      <p:guideLst/>
    </p:cSldViewPr>
  </p:slideViewPr>
  <p:notesTextViewPr>
    <p:cViewPr>
      <p:scale>
        <a:sx n="1" d="1"/>
        <a:sy n="1" d="1"/>
      </p:scale>
      <p:origin x="0" y="0"/>
    </p:cViewPr>
  </p:notesTextViewPr>
  <p:notesViewPr>
    <p:cSldViewPr snapToGrid="0">
      <p:cViewPr varScale="1">
        <p:scale>
          <a:sx n="58" d="100"/>
          <a:sy n="58" d="100"/>
        </p:scale>
        <p:origin x="2808" y="72"/>
      </p:cViewPr>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137B77-9DF6-49F3-B046-1938D9DC11FF}" type="datetimeFigureOut">
              <a:rPr lang="en-US" smtClean="0"/>
              <a:t>4/18/2018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8BA6AF-D4D1-4256-A53A-8687D3719A35}" type="slidenum">
              <a:rPr lang="en-US" smtClean="0"/>
              <a:t>‹#›</a:t>
            </a:fld>
            <a:endParaRPr lang="en-US"/>
          </a:p>
        </p:txBody>
      </p:sp>
    </p:spTree>
    <p:extLst>
      <p:ext uri="{BB962C8B-B14F-4D97-AF65-F5344CB8AC3E}">
        <p14:creationId xmlns:p14="http://schemas.microsoft.com/office/powerpoint/2010/main" val="1806739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Algerian" panose="04020705040A02060702" pitchFamily="82"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latin typeface="Times New Roman" panose="02020603050405020304" pitchFamily="18" charset="0"/>
                <a:cs typeface="Times New Roman" panose="02020603050405020304" pitchFamily="18" charset="0"/>
              </a:defRPr>
            </a:lvl1pPr>
            <a:lvl2pPr>
              <a:defRPr>
                <a:solidFill>
                  <a:schemeClr val="tx1"/>
                </a:solidFill>
                <a:latin typeface="Times New Roman" panose="02020603050405020304" pitchFamily="18" charset="0"/>
                <a:cs typeface="Times New Roman" panose="02020603050405020304" pitchFamily="18" charset="0"/>
              </a:defRPr>
            </a:lvl2pPr>
            <a:lvl3pPr>
              <a:defRPr>
                <a:solidFill>
                  <a:schemeClr val="tx1"/>
                </a:solidFill>
                <a:latin typeface="Times New Roman" panose="02020603050405020304" pitchFamily="18" charset="0"/>
                <a:cs typeface="Times New Roman" panose="02020603050405020304" pitchFamily="18" charset="0"/>
              </a:defRPr>
            </a:lvl3pPr>
            <a:lvl4pPr>
              <a:defRPr>
                <a:solidFill>
                  <a:schemeClr val="tx1"/>
                </a:solidFill>
                <a:latin typeface="Times New Roman" panose="02020603050405020304" pitchFamily="18" charset="0"/>
                <a:cs typeface="Times New Roman" panose="02020603050405020304" pitchFamily="18" charset="0"/>
              </a:defRPr>
            </a:lvl4pPr>
            <a:lvl5pPr>
              <a:defRPr>
                <a:solidFill>
                  <a:schemeClr val="tx1"/>
                </a:solidFill>
                <a:latin typeface="Times New Roman" panose="02020603050405020304" pitchFamily="18" charset="0"/>
                <a:cs typeface="Times New Roman" panose="02020603050405020304"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77183" y="0"/>
            <a:ext cx="1114817" cy="1114817"/>
          </a:xfrm>
          <a:prstGeom prst="rect">
            <a:avLst/>
          </a:prstGeom>
          <a:ln>
            <a:noFill/>
          </a:ln>
          <a:effectLst>
            <a:softEdge rad="112500"/>
          </a:effec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4/18/2018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4/18/2018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4/18/2018</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09" y="317501"/>
            <a:ext cx="10018713" cy="825500"/>
          </a:xfrm>
        </p:spPr>
        <p:txBody>
          <a:bodyPr>
            <a:normAutofit fontScale="90000"/>
          </a:bodyPr>
          <a:lstStyle/>
          <a:p>
            <a:r>
              <a:rPr lang="en-US" b="1" dirty="0"/>
              <a:t>Secure organization data using OWD</a:t>
            </a:r>
            <a:br>
              <a:rPr lang="en-US" b="1" dirty="0"/>
            </a:br>
            <a:endParaRPr lang="en-US" dirty="0"/>
          </a:p>
        </p:txBody>
      </p:sp>
      <p:pic>
        <p:nvPicPr>
          <p:cNvPr id="2050" name="Picture 2" descr="Secure organization data using OW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08510" y="1483615"/>
            <a:ext cx="6781890" cy="469442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18941" y="1143001"/>
            <a:ext cx="4791169" cy="4524315"/>
          </a:xfrm>
          <a:prstGeom prst="rect">
            <a:avLst/>
          </a:prstGeom>
        </p:spPr>
        <p:txBody>
          <a:bodyPr wrap="square">
            <a:spAutoFit/>
          </a:bodyPr>
          <a:lstStyle/>
          <a:p>
            <a:r>
              <a:rPr lang="en-US" sz="2400" dirty="0" smtClean="0"/>
              <a:t>John is </a:t>
            </a:r>
            <a:r>
              <a:rPr lang="en-US" sz="2400" dirty="0"/>
              <a:t>the system administrator at Universal Containers. </a:t>
            </a:r>
            <a:endParaRPr lang="en-US" sz="2400" dirty="0" smtClean="0"/>
          </a:p>
          <a:p>
            <a:endParaRPr lang="en-US" sz="2400" dirty="0"/>
          </a:p>
          <a:p>
            <a:r>
              <a:rPr lang="en-US" sz="2400" dirty="0" smtClean="0"/>
              <a:t>As </a:t>
            </a:r>
            <a:r>
              <a:rPr lang="en-US" sz="2400" dirty="0"/>
              <a:t>per the business requirement, he wants to set the security setting for the lead object so that the user who has created or owns the lead records, as well as users that are higher in the role hierarchy, can access the records</a:t>
            </a:r>
            <a:r>
              <a:rPr lang="en-US" sz="2400" dirty="0" smtClean="0"/>
              <a:t>. What you will do??</a:t>
            </a:r>
          </a:p>
          <a:p>
            <a:endParaRPr lang="en-US" sz="2400" dirty="0"/>
          </a:p>
          <a:p>
            <a:r>
              <a:rPr lang="en-US" sz="2400" dirty="0" smtClean="0"/>
              <a:t>OWD for lead will be set to Private</a:t>
            </a:r>
            <a:endParaRPr lang="en-US" sz="2400" dirty="0"/>
          </a:p>
        </p:txBody>
      </p:sp>
    </p:spTree>
    <p:extLst>
      <p:ext uri="{BB962C8B-B14F-4D97-AF65-F5344CB8AC3E}">
        <p14:creationId xmlns:p14="http://schemas.microsoft.com/office/powerpoint/2010/main" val="126942724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27</TotalTime>
  <Words>11</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Algerian</vt:lpstr>
      <vt:lpstr>Arial</vt:lpstr>
      <vt:lpstr>Calibri</vt:lpstr>
      <vt:lpstr>Times New Roman</vt:lpstr>
      <vt:lpstr>Trebuchet MS</vt:lpstr>
      <vt:lpstr>Tw Cen MT</vt:lpstr>
      <vt:lpstr>Circuit</vt:lpstr>
      <vt:lpstr>Secure organization data using OWD </vt:lpstr>
    </vt:vector>
  </TitlesOfParts>
  <Company>Bank of America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Khanna, Deepika</dc:creator>
  <cp:lastModifiedBy>Khanna, Deepika</cp:lastModifiedBy>
  <cp:revision>23</cp:revision>
  <dcterms:created xsi:type="dcterms:W3CDTF">2018-04-18T16:20:33Z</dcterms:created>
  <dcterms:modified xsi:type="dcterms:W3CDTF">2018-04-18T16:47:39Z</dcterms:modified>
</cp:coreProperties>
</file>