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340" y="1084830"/>
            <a:ext cx="8684127" cy="1970468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/>
            </a:r>
            <a:br>
              <a:rPr lang="en-US" b="1" i="1" dirty="0"/>
            </a:br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b="1" i="1" dirty="0" smtClean="0"/>
              <a:t>What </a:t>
            </a:r>
            <a:r>
              <a:rPr lang="en-US" b="1" i="1" dirty="0"/>
              <a:t>are the different types of email templates that can be created in Salesforce?</a:t>
            </a:r>
            <a:br>
              <a:rPr lang="en-US" b="1" i="1" dirty="0"/>
            </a:br>
            <a:r>
              <a:rPr lang="en-US" b="1" i="1" dirty="0"/>
              <a:t/>
            </a:r>
            <a:br>
              <a:rPr lang="en-US" b="1" i="1" dirty="0"/>
            </a:br>
            <a:endParaRPr lang="en-US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419550"/>
              </p:ext>
            </p:extLst>
          </p:nvPr>
        </p:nvGraphicFramePr>
        <p:xfrm>
          <a:off x="810000" y="2070064"/>
          <a:ext cx="10018712" cy="4038600"/>
        </p:xfrm>
        <a:graphic>
          <a:graphicData uri="http://schemas.openxmlformats.org/drawingml/2006/table">
            <a:tbl>
              <a:tblPr/>
              <a:tblGrid>
                <a:gridCol w="2590389"/>
                <a:gridCol w="7428323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users can create or change this template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with letterhead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Administrators and users having “Edit HTML Templates” permissions can create this template based on a letterhead.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HTML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Administrators and users having “Edit HTML Templates” permissions can create this template without the need of a letterhead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Visualforce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administrators and developers can create this template. Advanced functionalities like merging data from multiple records is available only in this template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32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33</TotalTime>
  <Words>78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Century Gothic</vt:lpstr>
      <vt:lpstr>Times New Roman</vt:lpstr>
      <vt:lpstr>Wingdings 2</vt:lpstr>
      <vt:lpstr>Quotable</vt:lpstr>
      <vt:lpstr>    What are the different types of email templates that can be created in Salesforce?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12</cp:revision>
  <dcterms:created xsi:type="dcterms:W3CDTF">2018-04-29T17:12:04Z</dcterms:created>
  <dcterms:modified xsi:type="dcterms:W3CDTF">2018-04-29T17:45:29Z</dcterms:modified>
</cp:coreProperties>
</file>