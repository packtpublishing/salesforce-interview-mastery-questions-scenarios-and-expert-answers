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511" y="177801"/>
            <a:ext cx="10018713" cy="838200"/>
          </a:xfrm>
        </p:spPr>
        <p:txBody>
          <a:bodyPr/>
          <a:lstStyle/>
          <a:p>
            <a:r>
              <a:rPr lang="en-US" b="1" i="1" dirty="0"/>
              <a:t>A few points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031" y="1387162"/>
            <a:ext cx="10209707" cy="52325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Salesforce uses hierarchies, for example the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territory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hierarchy, to automatically grant records access to users above the record owner in the hierarchy.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possible to delete standard profiles in Salesforce.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see the last 20 entries under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Audit Trail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you wish, you can download the last six months' data for your organization.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permission set, we can only open up permission and cannot restrict them.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68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</TotalTime>
  <Words>15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Century Gothic</vt:lpstr>
      <vt:lpstr>Times New Roman</vt:lpstr>
      <vt:lpstr>Wingdings</vt:lpstr>
      <vt:lpstr>Wingdings 2</vt:lpstr>
      <vt:lpstr>Quotable</vt:lpstr>
      <vt:lpstr>A few points to remember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4</cp:revision>
  <dcterms:created xsi:type="dcterms:W3CDTF">2018-04-29T17:12:04Z</dcterms:created>
  <dcterms:modified xsi:type="dcterms:W3CDTF">2018-04-29T17:17:19Z</dcterms:modified>
</cp:coreProperties>
</file>