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311" y="127001"/>
            <a:ext cx="10018713" cy="1270000"/>
          </a:xfrm>
        </p:spPr>
        <p:txBody>
          <a:bodyPr>
            <a:normAutofit fontScale="90000"/>
          </a:bodyPr>
          <a:lstStyle/>
          <a:p>
            <a:r>
              <a:rPr lang="en-US" b="1" i="1" dirty="0" smtClean="0"/>
              <a:t>What is a profile and what  are the different types of profiles?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625600"/>
            <a:ext cx="10018713" cy="46735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Profiles </a:t>
            </a:r>
            <a:r>
              <a:rPr lang="en-US" dirty="0"/>
              <a:t>are used to decide the data security by granting object-level permissions and field-level security that decides which fields need to be shown to which specific set of users.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500" b="1" u="sng" dirty="0">
                <a:solidFill>
                  <a:srgbClr val="00B0F0"/>
                </a:solidFill>
              </a:rPr>
              <a:t>Different types of profiles</a:t>
            </a:r>
          </a:p>
          <a:p>
            <a:pPr marL="0" indent="0">
              <a:buNone/>
            </a:pPr>
            <a:r>
              <a:rPr lang="en-US" dirty="0"/>
              <a:t>There are two types of profile in Salesforce: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Standard</a:t>
            </a:r>
            <a:r>
              <a:rPr lang="en-US" dirty="0"/>
              <a:t>: Profiles which come with standard CRM when you purchase a new Salesforce organization. You cannot delete these profiles.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Custom</a:t>
            </a:r>
            <a:r>
              <a:rPr lang="en-US" dirty="0"/>
              <a:t>: Custom profiles are profiles that we create by cloning the existing Salesforce standard profiles.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64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</TotalTime>
  <Words>43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Century Gothic</vt:lpstr>
      <vt:lpstr>Wingdings</vt:lpstr>
      <vt:lpstr>Wingdings 2</vt:lpstr>
      <vt:lpstr>Quotable</vt:lpstr>
      <vt:lpstr>What is a profile and what  are the different types of profiles?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2</cp:revision>
  <dcterms:created xsi:type="dcterms:W3CDTF">2018-04-29T17:12:04Z</dcterms:created>
  <dcterms:modified xsi:type="dcterms:W3CDTF">2018-04-29T17:13:15Z</dcterms:modified>
</cp:coreProperties>
</file>