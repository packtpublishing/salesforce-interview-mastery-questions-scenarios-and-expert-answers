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1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999" y="-57090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How many ways we can made field is required?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creation of field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Page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Layout level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023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7</TotalTime>
  <Words>10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Century Gothic</vt:lpstr>
      <vt:lpstr>Times New Roman</vt:lpstr>
      <vt:lpstr>Wingdings</vt:lpstr>
      <vt:lpstr>Wingdings 2</vt:lpstr>
      <vt:lpstr>Quotable</vt:lpstr>
      <vt:lpstr>How many ways we can made field is required?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 Aulakh</dc:creator>
  <cp:lastModifiedBy>Sim Aulakh</cp:lastModifiedBy>
  <cp:revision>5</cp:revision>
  <dcterms:created xsi:type="dcterms:W3CDTF">2018-04-29T17:12:04Z</dcterms:created>
  <dcterms:modified xsi:type="dcterms:W3CDTF">2018-04-29T17:19:35Z</dcterms:modified>
</cp:coreProperties>
</file>