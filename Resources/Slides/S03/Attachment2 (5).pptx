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"/>
  </p:notesMasterIdLst>
  <p:sldIdLst>
    <p:sldId id="271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6" d="100"/>
          <a:sy n="76" d="100"/>
        </p:scale>
        <p:origin x="54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2808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137B77-9DF6-49F3-B046-1938D9DC11FF}" type="datetimeFigureOut">
              <a:rPr lang="en-US" smtClean="0"/>
              <a:t>4/18/2018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8BA6AF-D4D1-4256-A53A-8687D3719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739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lgerian" panose="04020705040A02060702" pitchFamily="82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7183" y="0"/>
            <a:ext cx="1114817" cy="111481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7311" y="127001"/>
            <a:ext cx="10018713" cy="1270000"/>
          </a:xfrm>
        </p:spPr>
        <p:txBody>
          <a:bodyPr>
            <a:normAutofit/>
          </a:bodyPr>
          <a:lstStyle/>
          <a:p>
            <a:r>
              <a:rPr lang="en-US" b="1" i="1" dirty="0" smtClean="0"/>
              <a:t>What is a profile and what  are the different types of profiles?</a:t>
            </a:r>
            <a:endParaRPr lang="en-US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625600"/>
            <a:ext cx="10018713" cy="467359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mtClean="0"/>
              <a:t>Profiles </a:t>
            </a:r>
            <a:r>
              <a:rPr lang="en-US" dirty="0"/>
              <a:t>are used to decide the data security by granting object-level permissions and field-level security that decides which fields need to be shown to which specific set of users.</a:t>
            </a:r>
            <a:r>
              <a:rPr lang="en-US"/>
              <a:t> </a:t>
            </a:r>
            <a:endParaRPr lang="en-US" dirty="0"/>
          </a:p>
          <a:p>
            <a:pPr marL="0" indent="0">
              <a:buNone/>
            </a:pPr>
            <a:r>
              <a:rPr lang="en-US" sz="3500" b="1" u="sng" dirty="0"/>
              <a:t>Different types of profiles</a:t>
            </a:r>
          </a:p>
          <a:p>
            <a:pPr marL="0" indent="0">
              <a:buNone/>
            </a:pPr>
            <a:r>
              <a:rPr lang="en-US" dirty="0"/>
              <a:t>There are two types of profile in Salesforce: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Standard</a:t>
            </a:r>
            <a:r>
              <a:rPr lang="en-US" dirty="0"/>
              <a:t>: Profiles which come with standard CRM when you purchase a new Salesforce organization. You cannot delete these profiles.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Custom</a:t>
            </a:r>
            <a:r>
              <a:rPr lang="en-US" dirty="0"/>
              <a:t>: Custom profiles are profiles that we create by cloning the existing Salesforce standard profiles.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474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38</TotalTime>
  <Words>43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Algerian</vt:lpstr>
      <vt:lpstr>Arial</vt:lpstr>
      <vt:lpstr>Calibri</vt:lpstr>
      <vt:lpstr>Times New Roman</vt:lpstr>
      <vt:lpstr>Trebuchet MS</vt:lpstr>
      <vt:lpstr>Tw Cen MT</vt:lpstr>
      <vt:lpstr>Wingdings</vt:lpstr>
      <vt:lpstr>Circuit</vt:lpstr>
      <vt:lpstr>What is a profile and what  are the different types of profiles?</vt:lpstr>
    </vt:vector>
  </TitlesOfParts>
  <Company>Bank of America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Khanna, Deepika</dc:creator>
  <cp:lastModifiedBy>Khanna, Deepika</cp:lastModifiedBy>
  <cp:revision>29</cp:revision>
  <dcterms:created xsi:type="dcterms:W3CDTF">2018-04-18T16:20:33Z</dcterms:created>
  <dcterms:modified xsi:type="dcterms:W3CDTF">2018-04-18T16:59:18Z</dcterms:modified>
</cp:coreProperties>
</file>