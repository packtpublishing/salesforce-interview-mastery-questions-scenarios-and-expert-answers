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0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554" y="917620"/>
            <a:ext cx="10018713" cy="1400577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What </a:t>
            </a:r>
            <a:r>
              <a:rPr lang="en-US" b="1" dirty="0"/>
              <a:t>are the different types of reports available in Salesforce? Can we mass delete reports in Salesforce?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2191901"/>
              </p:ext>
            </p:extLst>
          </p:nvPr>
        </p:nvGraphicFramePr>
        <p:xfrm>
          <a:off x="982037" y="2086377"/>
          <a:ext cx="10018712" cy="4221480"/>
        </p:xfrm>
        <a:graphic>
          <a:graphicData uri="http://schemas.openxmlformats.org/drawingml/2006/table">
            <a:tbl>
              <a:tblPr/>
              <a:tblGrid>
                <a:gridCol w="2298336"/>
                <a:gridCol w="7720376"/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Tabular 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</a:t>
                      </a:r>
                      <a:endParaRPr lang="en-US" sz="28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Excel type tables which provide a list of items with the grand total</a:t>
                      </a:r>
                      <a:endParaRPr lang="en-US" sz="28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 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</a:t>
                      </a:r>
                      <a:endParaRPr lang="en-US" sz="28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Similar to Tabular reports, but also have functionality of grouping rows, viewing subtotals &amp; creating charts</a:t>
                      </a:r>
                      <a:endParaRPr lang="en-US" sz="28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Matrix 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</a:t>
                      </a:r>
                      <a:endParaRPr lang="en-US" sz="28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Two-dimensional reports which allow you to group records both by row and column</a:t>
                      </a:r>
                      <a:endParaRPr lang="en-US" sz="28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Joined </a:t>
                      </a:r>
                      <a:r>
                        <a:rPr lang="en-US" sz="2800" b="1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</a:t>
                      </a:r>
                      <a:endParaRPr lang="en-US" sz="28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blocks showing data from different reports based on same or different report types</a:t>
                      </a:r>
                      <a:endParaRPr lang="en-US" sz="28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9022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34</TotalTime>
  <Words>67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Century Gothic</vt:lpstr>
      <vt:lpstr>Times New Roman</vt:lpstr>
      <vt:lpstr>Wingdings 2</vt:lpstr>
      <vt:lpstr>Quotable</vt:lpstr>
      <vt:lpstr> What are the different types of reports available in Salesforce? Can we mass delete reports in Salesforce?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14</cp:revision>
  <dcterms:created xsi:type="dcterms:W3CDTF">2018-04-29T17:12:04Z</dcterms:created>
  <dcterms:modified xsi:type="dcterms:W3CDTF">2018-04-29T17:46:14Z</dcterms:modified>
</cp:coreProperties>
</file>