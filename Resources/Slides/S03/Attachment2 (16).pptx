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487" y="1857271"/>
            <a:ext cx="10018713" cy="654110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i="1" dirty="0" smtClean="0"/>
              <a:t> </a:t>
            </a:r>
            <a:r>
              <a:rPr lang="en-US" i="1" dirty="0"/>
              <a:t>What is an external ID in Salesforce? Which all field data types can be used as external IDs</a:t>
            </a:r>
            <a:r>
              <a:rPr lang="en-US" i="1" dirty="0"/>
              <a:t/>
            </a:r>
            <a:br>
              <a:rPr lang="en-US" i="1" dirty="0"/>
            </a:b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7" y="2601534"/>
            <a:ext cx="10995319" cy="382502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custom objects, solutions, or person accounts, you can use external IDs to prevent duplicate records from being created as a result of the import operation.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external ID is a custom field that has the “External ID” attribute, meaning that it contains unique record identifiers from a system outside of Salesforce. When you select this option, the import wizard will detect existing records in Salesforce that have the same external ID. Note that this operation is not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case-sensitive.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 is an exception: if the custom field has the separate “Unique” attribute and the case-sensitive option for that attribute is selected, uppercase and lowercase letters will not be considered identical.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point to note is that only custom fields can be used as External IDs. The fields that can be marked as external IDs are: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and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Auto-Number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37</TotalTime>
  <Words>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Century Gothic</vt:lpstr>
      <vt:lpstr>Times New Roman</vt:lpstr>
      <vt:lpstr>Wingdings 2</vt:lpstr>
      <vt:lpstr>Quotable</vt:lpstr>
      <vt:lpstr>      What is an external ID in Salesforce? Which all field data types can be used as external IDs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17</cp:revision>
  <dcterms:created xsi:type="dcterms:W3CDTF">2018-04-29T17:12:04Z</dcterms:created>
  <dcterms:modified xsi:type="dcterms:W3CDTF">2018-04-29T17:49:29Z</dcterms:modified>
</cp:coreProperties>
</file>