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14301"/>
            <a:ext cx="10018713" cy="1308100"/>
          </a:xfrm>
        </p:spPr>
        <p:txBody>
          <a:bodyPr/>
          <a:lstStyle/>
          <a:p>
            <a:r>
              <a:rPr lang="en-US" b="1" dirty="0"/>
              <a:t>What is difference between Role and Profile?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25" y="1630364"/>
            <a:ext cx="7913574" cy="44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7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Calibri</vt:lpstr>
      <vt:lpstr>Times New Roman</vt:lpstr>
      <vt:lpstr>Trebuchet MS</vt:lpstr>
      <vt:lpstr>Tw Cen MT</vt:lpstr>
      <vt:lpstr>Circuit</vt:lpstr>
      <vt:lpstr>What is difference between Role and Profile?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28</cp:revision>
  <dcterms:created xsi:type="dcterms:W3CDTF">2018-04-18T16:20:33Z</dcterms:created>
  <dcterms:modified xsi:type="dcterms:W3CDTF">2018-04-18T16:53:22Z</dcterms:modified>
</cp:coreProperties>
</file>